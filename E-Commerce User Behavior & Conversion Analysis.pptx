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8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70B4A1-A7E5-4CFA-9670-38FC2B8E8EE2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25B4CF9E-7050-47BB-915D-78D4397B5810}">
      <dgm:prSet/>
      <dgm:spPr/>
      <dgm:t>
        <a:bodyPr/>
        <a:lstStyle/>
        <a:p>
          <a:pPr>
            <a:defRPr b="1"/>
          </a:pPr>
          <a:r>
            <a:rPr lang="en-US" dirty="0">
              <a:latin typeface="+mj-lt"/>
            </a:rPr>
            <a:t>Include</a:t>
          </a:r>
          <a:r>
            <a:rPr lang="en-US" dirty="0"/>
            <a:t>:</a:t>
          </a:r>
        </a:p>
      </dgm:t>
    </dgm:pt>
    <dgm:pt modelId="{9B146F8F-E2A1-4640-9776-7AE55D2948CE}" type="parTrans" cxnId="{A2292FED-F741-4532-87EF-52E56B12A479}">
      <dgm:prSet/>
      <dgm:spPr/>
      <dgm:t>
        <a:bodyPr/>
        <a:lstStyle/>
        <a:p>
          <a:endParaRPr lang="en-US"/>
        </a:p>
      </dgm:t>
    </dgm:pt>
    <dgm:pt modelId="{07B24E51-F61D-4E75-87F1-B4A27C9A97A0}" type="sibTrans" cxnId="{A2292FED-F741-4532-87EF-52E56B12A479}">
      <dgm:prSet/>
      <dgm:spPr/>
      <dgm:t>
        <a:bodyPr/>
        <a:lstStyle/>
        <a:p>
          <a:endParaRPr lang="en-US"/>
        </a:p>
      </dgm:t>
    </dgm:pt>
    <dgm:pt modelId="{C2B5F27B-3D25-4353-9223-042A0F7EF63D}">
      <dgm:prSet/>
      <dgm:spPr/>
      <dgm:t>
        <a:bodyPr/>
        <a:lstStyle/>
        <a:p>
          <a:pPr>
            <a:defRPr b="1"/>
          </a:pPr>
          <a:r>
            <a:rPr lang="en-US" dirty="0"/>
            <a:t>~100K </a:t>
          </a:r>
          <a:r>
            <a:rPr lang="en-US" dirty="0">
              <a:latin typeface="+mj-lt"/>
            </a:rPr>
            <a:t>customers</a:t>
          </a:r>
        </a:p>
      </dgm:t>
    </dgm:pt>
    <dgm:pt modelId="{8778CD28-1189-4361-886E-F992675981F3}" type="parTrans" cxnId="{EB1B88B4-C774-4C01-A175-4967EAFD0D59}">
      <dgm:prSet/>
      <dgm:spPr/>
      <dgm:t>
        <a:bodyPr/>
        <a:lstStyle/>
        <a:p>
          <a:endParaRPr lang="en-US"/>
        </a:p>
      </dgm:t>
    </dgm:pt>
    <dgm:pt modelId="{E0A176D6-0F14-49E5-AA54-A2BCBAE53E05}" type="sibTrans" cxnId="{EB1B88B4-C774-4C01-A175-4967EAFD0D59}">
      <dgm:prSet/>
      <dgm:spPr/>
      <dgm:t>
        <a:bodyPr/>
        <a:lstStyle/>
        <a:p>
          <a:endParaRPr lang="en-US"/>
        </a:p>
      </dgm:t>
    </dgm:pt>
    <dgm:pt modelId="{C8D928EA-FDDA-4381-B744-3B29DB7E38A0}">
      <dgm:prSet/>
      <dgm:spPr/>
      <dgm:t>
        <a:bodyPr/>
        <a:lstStyle/>
        <a:p>
          <a:pPr>
            <a:defRPr b="1"/>
          </a:pPr>
          <a:r>
            <a:rPr lang="en-US" dirty="0"/>
            <a:t>~528K sessions</a:t>
          </a:r>
        </a:p>
      </dgm:t>
    </dgm:pt>
    <dgm:pt modelId="{DE4F6FA8-CD26-4B5E-9E05-13DF71919BA1}" type="parTrans" cxnId="{963BCEE0-2B9D-4A74-A471-5163A1CE93DA}">
      <dgm:prSet/>
      <dgm:spPr/>
      <dgm:t>
        <a:bodyPr/>
        <a:lstStyle/>
        <a:p>
          <a:endParaRPr lang="en-US"/>
        </a:p>
      </dgm:t>
    </dgm:pt>
    <dgm:pt modelId="{71AB32EB-109B-4F8A-95EF-8CC2EC8FB97C}" type="sibTrans" cxnId="{963BCEE0-2B9D-4A74-A471-5163A1CE93DA}">
      <dgm:prSet/>
      <dgm:spPr/>
      <dgm:t>
        <a:bodyPr/>
        <a:lstStyle/>
        <a:p>
          <a:endParaRPr lang="en-US"/>
        </a:p>
      </dgm:t>
    </dgm:pt>
    <dgm:pt modelId="{1F2DC3D0-FF07-48CD-A127-425C9650ABDC}">
      <dgm:prSet/>
      <dgm:spPr/>
      <dgm:t>
        <a:bodyPr/>
        <a:lstStyle/>
        <a:p>
          <a:pPr>
            <a:defRPr b="1"/>
          </a:pPr>
          <a:r>
            <a:rPr lang="en-US" dirty="0"/>
            <a:t>~1M events</a:t>
          </a:r>
        </a:p>
      </dgm:t>
    </dgm:pt>
    <dgm:pt modelId="{90AD7D1D-73A5-478C-9048-D0DF65CABDDE}" type="parTrans" cxnId="{C0C69F3E-7222-46AF-9FCA-8B69728A35D4}">
      <dgm:prSet/>
      <dgm:spPr/>
      <dgm:t>
        <a:bodyPr/>
        <a:lstStyle/>
        <a:p>
          <a:endParaRPr lang="en-US"/>
        </a:p>
      </dgm:t>
    </dgm:pt>
    <dgm:pt modelId="{4435A166-BB16-43A8-B588-60D44DD5A764}" type="sibTrans" cxnId="{C0C69F3E-7222-46AF-9FCA-8B69728A35D4}">
      <dgm:prSet/>
      <dgm:spPr/>
      <dgm:t>
        <a:bodyPr/>
        <a:lstStyle/>
        <a:p>
          <a:endParaRPr lang="en-US"/>
        </a:p>
      </dgm:t>
    </dgm:pt>
    <dgm:pt modelId="{6A2E803E-BCFE-4A73-BEDA-6146B8E4B000}">
      <dgm:prSet/>
      <dgm:spPr/>
      <dgm:t>
        <a:bodyPr/>
        <a:lstStyle/>
        <a:p>
          <a:pPr>
            <a:defRPr b="1"/>
          </a:pPr>
          <a:r>
            <a:rPr lang="en-US" dirty="0">
              <a:latin typeface="+mj-lt"/>
            </a:rPr>
            <a:t>Key data elements:</a:t>
          </a:r>
        </a:p>
      </dgm:t>
    </dgm:pt>
    <dgm:pt modelId="{2685F03D-F6DD-4645-B886-0A6C95CBEB1A}" type="parTrans" cxnId="{D79D135F-D02A-4B70-80BD-E792EB3DC380}">
      <dgm:prSet/>
      <dgm:spPr/>
      <dgm:t>
        <a:bodyPr/>
        <a:lstStyle/>
        <a:p>
          <a:endParaRPr lang="en-US"/>
        </a:p>
      </dgm:t>
    </dgm:pt>
    <dgm:pt modelId="{52F59B02-29DE-4FB7-BF1B-1F1A4CBEF0F5}" type="sibTrans" cxnId="{D79D135F-D02A-4B70-80BD-E792EB3DC380}">
      <dgm:prSet/>
      <dgm:spPr/>
      <dgm:t>
        <a:bodyPr/>
        <a:lstStyle/>
        <a:p>
          <a:endParaRPr lang="en-US"/>
        </a:p>
      </dgm:t>
    </dgm:pt>
    <dgm:pt modelId="{3F29FD88-A076-44BC-8E7A-743EB6939105}">
      <dgm:prSet custT="1"/>
      <dgm:spPr/>
      <dgm:t>
        <a:bodyPr/>
        <a:lstStyle/>
        <a:p>
          <a:r>
            <a:rPr lang="en-US" sz="1800" dirty="0">
              <a:latin typeface="+mj-lt"/>
            </a:rPr>
            <a:t>User events (view, click, add to cart, purchase)</a:t>
          </a:r>
        </a:p>
      </dgm:t>
    </dgm:pt>
    <dgm:pt modelId="{F7A3E8E1-43D9-459A-9A84-A2324A0D85BC}" type="parTrans" cxnId="{13636A6F-58C2-43ED-8F4D-71242F640B2D}">
      <dgm:prSet/>
      <dgm:spPr/>
      <dgm:t>
        <a:bodyPr/>
        <a:lstStyle/>
        <a:p>
          <a:endParaRPr lang="en-US"/>
        </a:p>
      </dgm:t>
    </dgm:pt>
    <dgm:pt modelId="{0AC79E18-375A-4D57-A75D-125E9E54AA08}" type="sibTrans" cxnId="{13636A6F-58C2-43ED-8F4D-71242F640B2D}">
      <dgm:prSet/>
      <dgm:spPr/>
      <dgm:t>
        <a:bodyPr/>
        <a:lstStyle/>
        <a:p>
          <a:endParaRPr lang="en-US"/>
        </a:p>
      </dgm:t>
    </dgm:pt>
    <dgm:pt modelId="{AD6FF424-1326-4B50-B55D-BE31FABB5B3F}">
      <dgm:prSet custT="1"/>
      <dgm:spPr/>
      <dgm:t>
        <a:bodyPr/>
        <a:lstStyle/>
        <a:p>
          <a:r>
            <a:rPr lang="en-US" sz="1800" dirty="0">
              <a:latin typeface="+mj-lt"/>
            </a:rPr>
            <a:t>Traffic source and device type</a:t>
          </a:r>
        </a:p>
      </dgm:t>
    </dgm:pt>
    <dgm:pt modelId="{F1E11F6E-5A54-4BC1-8F54-C093E1A7605F}" type="parTrans" cxnId="{7A846C0D-7851-43C9-9F5E-6B8461A490D6}">
      <dgm:prSet/>
      <dgm:spPr/>
      <dgm:t>
        <a:bodyPr/>
        <a:lstStyle/>
        <a:p>
          <a:endParaRPr lang="en-US"/>
        </a:p>
      </dgm:t>
    </dgm:pt>
    <dgm:pt modelId="{79B4F598-2D98-46DD-ADEA-C2014DD3C7E6}" type="sibTrans" cxnId="{7A846C0D-7851-43C9-9F5E-6B8461A490D6}">
      <dgm:prSet/>
      <dgm:spPr/>
      <dgm:t>
        <a:bodyPr/>
        <a:lstStyle/>
        <a:p>
          <a:endParaRPr lang="en-US"/>
        </a:p>
      </dgm:t>
    </dgm:pt>
    <dgm:pt modelId="{5005648E-80C3-44DB-84CA-D730C7C4E5AD}">
      <dgm:prSet custT="1"/>
      <dgm:spPr/>
      <dgm:t>
        <a:bodyPr/>
        <a:lstStyle/>
        <a:p>
          <a:r>
            <a:rPr lang="en-US" sz="1800" dirty="0">
              <a:latin typeface="+mj-lt"/>
            </a:rPr>
            <a:t>Page category interactions</a:t>
          </a:r>
        </a:p>
      </dgm:t>
    </dgm:pt>
    <dgm:pt modelId="{AB8415B4-9F31-4038-B97B-834C969636AE}" type="parTrans" cxnId="{FFC40923-5154-4B0B-A381-7F70BBF6FB28}">
      <dgm:prSet/>
      <dgm:spPr/>
      <dgm:t>
        <a:bodyPr/>
        <a:lstStyle/>
        <a:p>
          <a:endParaRPr lang="en-US"/>
        </a:p>
      </dgm:t>
    </dgm:pt>
    <dgm:pt modelId="{3D576E41-FC2F-4BFE-B1F1-A81423C23B83}" type="sibTrans" cxnId="{FFC40923-5154-4B0B-A381-7F70BBF6FB28}">
      <dgm:prSet/>
      <dgm:spPr/>
      <dgm:t>
        <a:bodyPr/>
        <a:lstStyle/>
        <a:p>
          <a:endParaRPr lang="en-US"/>
        </a:p>
      </dgm:t>
    </dgm:pt>
    <dgm:pt modelId="{7A505728-EAE4-4124-85A4-EDD875752894}">
      <dgm:prSet custT="1"/>
      <dgm:spPr/>
      <dgm:t>
        <a:bodyPr/>
        <a:lstStyle/>
        <a:p>
          <a:r>
            <a:rPr lang="en-US" sz="1800" dirty="0">
              <a:latin typeface="+mj-lt"/>
            </a:rPr>
            <a:t>Experiment group assignment</a:t>
          </a:r>
        </a:p>
      </dgm:t>
    </dgm:pt>
    <dgm:pt modelId="{EA79381B-2C30-4475-A7BC-09AA84F736CF}" type="parTrans" cxnId="{ECA9899E-70A6-415F-9488-1D1685125BE6}">
      <dgm:prSet/>
      <dgm:spPr/>
      <dgm:t>
        <a:bodyPr/>
        <a:lstStyle/>
        <a:p>
          <a:endParaRPr lang="en-US"/>
        </a:p>
      </dgm:t>
    </dgm:pt>
    <dgm:pt modelId="{C1A1BA8A-8E74-4B6D-BE04-6120B00823E8}" type="sibTrans" cxnId="{ECA9899E-70A6-415F-9488-1D1685125BE6}">
      <dgm:prSet/>
      <dgm:spPr/>
      <dgm:t>
        <a:bodyPr/>
        <a:lstStyle/>
        <a:p>
          <a:endParaRPr lang="en-US"/>
        </a:p>
      </dgm:t>
    </dgm:pt>
    <dgm:pt modelId="{6123D098-1F29-4A5C-ACF9-281C6A7BCD77}" type="pres">
      <dgm:prSet presAssocID="{CC70B4A1-A7E5-4CFA-9670-38FC2B8E8EE2}" presName="root" presStyleCnt="0">
        <dgm:presLayoutVars>
          <dgm:dir/>
          <dgm:resizeHandles val="exact"/>
        </dgm:presLayoutVars>
      </dgm:prSet>
      <dgm:spPr/>
    </dgm:pt>
    <dgm:pt modelId="{2786C273-1941-4C34-A4AF-63942BD332EB}" type="pres">
      <dgm:prSet presAssocID="{25B4CF9E-7050-47BB-915D-78D4397B5810}" presName="compNode" presStyleCnt="0"/>
      <dgm:spPr/>
    </dgm:pt>
    <dgm:pt modelId="{35F1B740-3138-4C57-874A-F9791CFE42D1}" type="pres">
      <dgm:prSet presAssocID="{25B4CF9E-7050-47BB-915D-78D4397B581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clip"/>
        </a:ext>
      </dgm:extLst>
    </dgm:pt>
    <dgm:pt modelId="{0C17EE25-C241-455A-9AB5-98719C207540}" type="pres">
      <dgm:prSet presAssocID="{25B4CF9E-7050-47BB-915D-78D4397B5810}" presName="iconSpace" presStyleCnt="0"/>
      <dgm:spPr/>
    </dgm:pt>
    <dgm:pt modelId="{E0472FCD-860A-4B9E-88FF-7F4EC0BBB4CF}" type="pres">
      <dgm:prSet presAssocID="{25B4CF9E-7050-47BB-915D-78D4397B5810}" presName="parTx" presStyleLbl="revTx" presStyleIdx="0" presStyleCnt="10">
        <dgm:presLayoutVars>
          <dgm:chMax val="0"/>
          <dgm:chPref val="0"/>
        </dgm:presLayoutVars>
      </dgm:prSet>
      <dgm:spPr/>
    </dgm:pt>
    <dgm:pt modelId="{0E043341-51DB-4B21-B330-19175F9648EE}" type="pres">
      <dgm:prSet presAssocID="{25B4CF9E-7050-47BB-915D-78D4397B5810}" presName="txSpace" presStyleCnt="0"/>
      <dgm:spPr/>
    </dgm:pt>
    <dgm:pt modelId="{4A01CD6D-FC35-4D85-9BBC-33A24FF415F4}" type="pres">
      <dgm:prSet presAssocID="{25B4CF9E-7050-47BB-915D-78D4397B5810}" presName="desTx" presStyleLbl="revTx" presStyleIdx="1" presStyleCnt="10">
        <dgm:presLayoutVars/>
      </dgm:prSet>
      <dgm:spPr/>
    </dgm:pt>
    <dgm:pt modelId="{82408C84-2FBA-41CA-98F8-ED5C9795AA0E}" type="pres">
      <dgm:prSet presAssocID="{07B24E51-F61D-4E75-87F1-B4A27C9A97A0}" presName="sibTrans" presStyleCnt="0"/>
      <dgm:spPr/>
    </dgm:pt>
    <dgm:pt modelId="{55F0E8E3-62C6-43EB-9000-3115CEF2A443}" type="pres">
      <dgm:prSet presAssocID="{C2B5F27B-3D25-4353-9223-042A0F7EF63D}" presName="compNode" presStyleCnt="0"/>
      <dgm:spPr/>
    </dgm:pt>
    <dgm:pt modelId="{50B06FD4-7930-4613-B8E6-0E4EBE3BD3F5}" type="pres">
      <dgm:prSet presAssocID="{C2B5F27B-3D25-4353-9223-042A0F7EF63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018E5585-3263-416C-86E9-38F712899690}" type="pres">
      <dgm:prSet presAssocID="{C2B5F27B-3D25-4353-9223-042A0F7EF63D}" presName="iconSpace" presStyleCnt="0"/>
      <dgm:spPr/>
    </dgm:pt>
    <dgm:pt modelId="{475FF4D5-3544-4991-821B-6880EAF8859D}" type="pres">
      <dgm:prSet presAssocID="{C2B5F27B-3D25-4353-9223-042A0F7EF63D}" presName="parTx" presStyleLbl="revTx" presStyleIdx="2" presStyleCnt="10">
        <dgm:presLayoutVars>
          <dgm:chMax val="0"/>
          <dgm:chPref val="0"/>
        </dgm:presLayoutVars>
      </dgm:prSet>
      <dgm:spPr/>
    </dgm:pt>
    <dgm:pt modelId="{22E39E4C-61EC-4BCA-9762-FD224F6536F2}" type="pres">
      <dgm:prSet presAssocID="{C2B5F27B-3D25-4353-9223-042A0F7EF63D}" presName="txSpace" presStyleCnt="0"/>
      <dgm:spPr/>
    </dgm:pt>
    <dgm:pt modelId="{B1C069EB-9A39-4189-845D-14E48E99AF04}" type="pres">
      <dgm:prSet presAssocID="{C2B5F27B-3D25-4353-9223-042A0F7EF63D}" presName="desTx" presStyleLbl="revTx" presStyleIdx="3" presStyleCnt="10">
        <dgm:presLayoutVars/>
      </dgm:prSet>
      <dgm:spPr/>
    </dgm:pt>
    <dgm:pt modelId="{F71840EA-015A-488A-B777-6BB585165265}" type="pres">
      <dgm:prSet presAssocID="{E0A176D6-0F14-49E5-AA54-A2BCBAE53E05}" presName="sibTrans" presStyleCnt="0"/>
      <dgm:spPr/>
    </dgm:pt>
    <dgm:pt modelId="{C4A1DB77-E612-4CB6-A69A-CA9140CD29CA}" type="pres">
      <dgm:prSet presAssocID="{C8D928EA-FDDA-4381-B744-3B29DB7E38A0}" presName="compNode" presStyleCnt="0"/>
      <dgm:spPr/>
    </dgm:pt>
    <dgm:pt modelId="{09DD8968-9152-45C9-AFEA-1F71BA47AB4C}" type="pres">
      <dgm:prSet presAssocID="{C8D928EA-FDDA-4381-B744-3B29DB7E38A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D2DF60C4-D2AC-420B-A1F5-6386E6B252A6}" type="pres">
      <dgm:prSet presAssocID="{C8D928EA-FDDA-4381-B744-3B29DB7E38A0}" presName="iconSpace" presStyleCnt="0"/>
      <dgm:spPr/>
    </dgm:pt>
    <dgm:pt modelId="{E60129E4-1543-41EF-B8FA-07CCBBD307EC}" type="pres">
      <dgm:prSet presAssocID="{C8D928EA-FDDA-4381-B744-3B29DB7E38A0}" presName="parTx" presStyleLbl="revTx" presStyleIdx="4" presStyleCnt="10">
        <dgm:presLayoutVars>
          <dgm:chMax val="0"/>
          <dgm:chPref val="0"/>
        </dgm:presLayoutVars>
      </dgm:prSet>
      <dgm:spPr/>
    </dgm:pt>
    <dgm:pt modelId="{1A61C20C-400B-472D-8878-D609CEA55F5D}" type="pres">
      <dgm:prSet presAssocID="{C8D928EA-FDDA-4381-B744-3B29DB7E38A0}" presName="txSpace" presStyleCnt="0"/>
      <dgm:spPr/>
    </dgm:pt>
    <dgm:pt modelId="{528A87BD-5943-48E0-B0A3-674985D70C57}" type="pres">
      <dgm:prSet presAssocID="{C8D928EA-FDDA-4381-B744-3B29DB7E38A0}" presName="desTx" presStyleLbl="revTx" presStyleIdx="5" presStyleCnt="10">
        <dgm:presLayoutVars/>
      </dgm:prSet>
      <dgm:spPr/>
    </dgm:pt>
    <dgm:pt modelId="{AA12F616-283F-43EB-B02F-03DEB993579A}" type="pres">
      <dgm:prSet presAssocID="{71AB32EB-109B-4F8A-95EF-8CC2EC8FB97C}" presName="sibTrans" presStyleCnt="0"/>
      <dgm:spPr/>
    </dgm:pt>
    <dgm:pt modelId="{BB1B1120-7DC0-4855-8087-AB7586701191}" type="pres">
      <dgm:prSet presAssocID="{1F2DC3D0-FF07-48CD-A127-425C9650ABDC}" presName="compNode" presStyleCnt="0"/>
      <dgm:spPr/>
    </dgm:pt>
    <dgm:pt modelId="{1CF915C6-E38E-4F22-B35E-624DC6B522CE}" type="pres">
      <dgm:prSet presAssocID="{1F2DC3D0-FF07-48CD-A127-425C9650ABD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C767D93C-D5F8-4EDD-9000-A74805E7D4FD}" type="pres">
      <dgm:prSet presAssocID="{1F2DC3D0-FF07-48CD-A127-425C9650ABDC}" presName="iconSpace" presStyleCnt="0"/>
      <dgm:spPr/>
    </dgm:pt>
    <dgm:pt modelId="{D45089B6-4313-4A41-8CA7-19B4843533BD}" type="pres">
      <dgm:prSet presAssocID="{1F2DC3D0-FF07-48CD-A127-425C9650ABDC}" presName="parTx" presStyleLbl="revTx" presStyleIdx="6" presStyleCnt="10">
        <dgm:presLayoutVars>
          <dgm:chMax val="0"/>
          <dgm:chPref val="0"/>
        </dgm:presLayoutVars>
      </dgm:prSet>
      <dgm:spPr/>
    </dgm:pt>
    <dgm:pt modelId="{45CFD86C-A8B2-4417-A2BE-045EF82C64B6}" type="pres">
      <dgm:prSet presAssocID="{1F2DC3D0-FF07-48CD-A127-425C9650ABDC}" presName="txSpace" presStyleCnt="0"/>
      <dgm:spPr/>
    </dgm:pt>
    <dgm:pt modelId="{77A9C18F-9B4F-4D0F-B943-A5AD62BE5004}" type="pres">
      <dgm:prSet presAssocID="{1F2DC3D0-FF07-48CD-A127-425C9650ABDC}" presName="desTx" presStyleLbl="revTx" presStyleIdx="7" presStyleCnt="10">
        <dgm:presLayoutVars/>
      </dgm:prSet>
      <dgm:spPr/>
    </dgm:pt>
    <dgm:pt modelId="{3883474F-CB6C-4B25-AC09-8A764F583E0E}" type="pres">
      <dgm:prSet presAssocID="{4435A166-BB16-43A8-B588-60D44DD5A764}" presName="sibTrans" presStyleCnt="0"/>
      <dgm:spPr/>
    </dgm:pt>
    <dgm:pt modelId="{82A1E801-DA15-4866-A42E-91BF200E867E}" type="pres">
      <dgm:prSet presAssocID="{6A2E803E-BCFE-4A73-BEDA-6146B8E4B000}" presName="compNode" presStyleCnt="0"/>
      <dgm:spPr/>
    </dgm:pt>
    <dgm:pt modelId="{986C87C5-1331-4E7B-A935-A15D7EF22006}" type="pres">
      <dgm:prSet presAssocID="{6A2E803E-BCFE-4A73-BEDA-6146B8E4B00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7A2AFE7-DEE8-4E21-AA5D-6BE8C970B8A8}" type="pres">
      <dgm:prSet presAssocID="{6A2E803E-BCFE-4A73-BEDA-6146B8E4B000}" presName="iconSpace" presStyleCnt="0"/>
      <dgm:spPr/>
    </dgm:pt>
    <dgm:pt modelId="{0102630A-D8C4-4DAC-80C5-1416CF8143B5}" type="pres">
      <dgm:prSet presAssocID="{6A2E803E-BCFE-4A73-BEDA-6146B8E4B000}" presName="parTx" presStyleLbl="revTx" presStyleIdx="8" presStyleCnt="10">
        <dgm:presLayoutVars>
          <dgm:chMax val="0"/>
          <dgm:chPref val="0"/>
        </dgm:presLayoutVars>
      </dgm:prSet>
      <dgm:spPr/>
    </dgm:pt>
    <dgm:pt modelId="{5EADEBF1-D1CF-4797-ABB1-12F76A3721BB}" type="pres">
      <dgm:prSet presAssocID="{6A2E803E-BCFE-4A73-BEDA-6146B8E4B000}" presName="txSpace" presStyleCnt="0"/>
      <dgm:spPr/>
    </dgm:pt>
    <dgm:pt modelId="{1A936604-EF20-4F5B-B74A-C899BD2ADE0D}" type="pres">
      <dgm:prSet presAssocID="{6A2E803E-BCFE-4A73-BEDA-6146B8E4B000}" presName="desTx" presStyleLbl="revTx" presStyleIdx="9" presStyleCnt="10">
        <dgm:presLayoutVars/>
      </dgm:prSet>
      <dgm:spPr/>
    </dgm:pt>
  </dgm:ptLst>
  <dgm:cxnLst>
    <dgm:cxn modelId="{703C0709-4BF3-4ECF-BD5E-8B11D13681B9}" type="presOf" srcId="{1F2DC3D0-FF07-48CD-A127-425C9650ABDC}" destId="{D45089B6-4313-4A41-8CA7-19B4843533BD}" srcOrd="0" destOrd="0" presId="urn:microsoft.com/office/officeart/2018/2/layout/IconLabelDescriptionList"/>
    <dgm:cxn modelId="{7A846C0D-7851-43C9-9F5E-6B8461A490D6}" srcId="{6A2E803E-BCFE-4A73-BEDA-6146B8E4B000}" destId="{AD6FF424-1326-4B50-B55D-BE31FABB5B3F}" srcOrd="1" destOrd="0" parTransId="{F1E11F6E-5A54-4BC1-8F54-C093E1A7605F}" sibTransId="{79B4F598-2D98-46DD-ADEA-C2014DD3C7E6}"/>
    <dgm:cxn modelId="{FFC40923-5154-4B0B-A381-7F70BBF6FB28}" srcId="{6A2E803E-BCFE-4A73-BEDA-6146B8E4B000}" destId="{5005648E-80C3-44DB-84CA-D730C7C4E5AD}" srcOrd="2" destOrd="0" parTransId="{AB8415B4-9F31-4038-B97B-834C969636AE}" sibTransId="{3D576E41-FC2F-4BFE-B1F1-A81423C23B83}"/>
    <dgm:cxn modelId="{4826292D-E432-481E-B1EA-83B1D8E08CF3}" type="presOf" srcId="{CC70B4A1-A7E5-4CFA-9670-38FC2B8E8EE2}" destId="{6123D098-1F29-4A5C-ACF9-281C6A7BCD77}" srcOrd="0" destOrd="0" presId="urn:microsoft.com/office/officeart/2018/2/layout/IconLabelDescriptionList"/>
    <dgm:cxn modelId="{C0C69F3E-7222-46AF-9FCA-8B69728A35D4}" srcId="{CC70B4A1-A7E5-4CFA-9670-38FC2B8E8EE2}" destId="{1F2DC3D0-FF07-48CD-A127-425C9650ABDC}" srcOrd="3" destOrd="0" parTransId="{90AD7D1D-73A5-478C-9048-D0DF65CABDDE}" sibTransId="{4435A166-BB16-43A8-B588-60D44DD5A764}"/>
    <dgm:cxn modelId="{D79D135F-D02A-4B70-80BD-E792EB3DC380}" srcId="{CC70B4A1-A7E5-4CFA-9670-38FC2B8E8EE2}" destId="{6A2E803E-BCFE-4A73-BEDA-6146B8E4B000}" srcOrd="4" destOrd="0" parTransId="{2685F03D-F6DD-4645-B886-0A6C95CBEB1A}" sibTransId="{52F59B02-29DE-4FB7-BF1B-1F1A4CBEF0F5}"/>
    <dgm:cxn modelId="{07003F5F-47C4-4132-BDAC-5A17B0BCDD1E}" type="presOf" srcId="{6A2E803E-BCFE-4A73-BEDA-6146B8E4B000}" destId="{0102630A-D8C4-4DAC-80C5-1416CF8143B5}" srcOrd="0" destOrd="0" presId="urn:microsoft.com/office/officeart/2018/2/layout/IconLabelDescriptionList"/>
    <dgm:cxn modelId="{499F2366-C776-40E0-BBA4-7F9B6C422990}" type="presOf" srcId="{5005648E-80C3-44DB-84CA-D730C7C4E5AD}" destId="{1A936604-EF20-4F5B-B74A-C899BD2ADE0D}" srcOrd="0" destOrd="2" presId="urn:microsoft.com/office/officeart/2018/2/layout/IconLabelDescriptionList"/>
    <dgm:cxn modelId="{13636A6F-58C2-43ED-8F4D-71242F640B2D}" srcId="{6A2E803E-BCFE-4A73-BEDA-6146B8E4B000}" destId="{3F29FD88-A076-44BC-8E7A-743EB6939105}" srcOrd="0" destOrd="0" parTransId="{F7A3E8E1-43D9-459A-9A84-A2324A0D85BC}" sibTransId="{0AC79E18-375A-4D57-A75D-125E9E54AA08}"/>
    <dgm:cxn modelId="{9A40BA50-ADD2-41D3-BE00-12FA436BBAF3}" type="presOf" srcId="{7A505728-EAE4-4124-85A4-EDD875752894}" destId="{1A936604-EF20-4F5B-B74A-C899BD2ADE0D}" srcOrd="0" destOrd="3" presId="urn:microsoft.com/office/officeart/2018/2/layout/IconLabelDescriptionList"/>
    <dgm:cxn modelId="{579DC084-DB0D-416D-9331-DAE62EB16632}" type="presOf" srcId="{C2B5F27B-3D25-4353-9223-042A0F7EF63D}" destId="{475FF4D5-3544-4991-821B-6880EAF8859D}" srcOrd="0" destOrd="0" presId="urn:microsoft.com/office/officeart/2018/2/layout/IconLabelDescriptionList"/>
    <dgm:cxn modelId="{ECA9899E-70A6-415F-9488-1D1685125BE6}" srcId="{6A2E803E-BCFE-4A73-BEDA-6146B8E4B000}" destId="{7A505728-EAE4-4124-85A4-EDD875752894}" srcOrd="3" destOrd="0" parTransId="{EA79381B-2C30-4475-A7BC-09AA84F736CF}" sibTransId="{C1A1BA8A-8E74-4B6D-BE04-6120B00823E8}"/>
    <dgm:cxn modelId="{EB1B88B4-C774-4C01-A175-4967EAFD0D59}" srcId="{CC70B4A1-A7E5-4CFA-9670-38FC2B8E8EE2}" destId="{C2B5F27B-3D25-4353-9223-042A0F7EF63D}" srcOrd="1" destOrd="0" parTransId="{8778CD28-1189-4361-886E-F992675981F3}" sibTransId="{E0A176D6-0F14-49E5-AA54-A2BCBAE53E05}"/>
    <dgm:cxn modelId="{B97B1EB7-F9DF-4206-AA1D-1196D5CD5809}" type="presOf" srcId="{AD6FF424-1326-4B50-B55D-BE31FABB5B3F}" destId="{1A936604-EF20-4F5B-B74A-C899BD2ADE0D}" srcOrd="0" destOrd="1" presId="urn:microsoft.com/office/officeart/2018/2/layout/IconLabelDescriptionList"/>
    <dgm:cxn modelId="{BA7DB9C7-C559-4799-AE89-F26947E08F7F}" type="presOf" srcId="{3F29FD88-A076-44BC-8E7A-743EB6939105}" destId="{1A936604-EF20-4F5B-B74A-C899BD2ADE0D}" srcOrd="0" destOrd="0" presId="urn:microsoft.com/office/officeart/2018/2/layout/IconLabelDescriptionList"/>
    <dgm:cxn modelId="{13FBDDC7-4CAF-4474-91EB-B8712F0C9DA4}" type="presOf" srcId="{C8D928EA-FDDA-4381-B744-3B29DB7E38A0}" destId="{E60129E4-1543-41EF-B8FA-07CCBBD307EC}" srcOrd="0" destOrd="0" presId="urn:microsoft.com/office/officeart/2018/2/layout/IconLabelDescriptionList"/>
    <dgm:cxn modelId="{0CA00BD0-20FF-4F13-B696-312CF329F8E2}" type="presOf" srcId="{25B4CF9E-7050-47BB-915D-78D4397B5810}" destId="{E0472FCD-860A-4B9E-88FF-7F4EC0BBB4CF}" srcOrd="0" destOrd="0" presId="urn:microsoft.com/office/officeart/2018/2/layout/IconLabelDescriptionList"/>
    <dgm:cxn modelId="{963BCEE0-2B9D-4A74-A471-5163A1CE93DA}" srcId="{CC70B4A1-A7E5-4CFA-9670-38FC2B8E8EE2}" destId="{C8D928EA-FDDA-4381-B744-3B29DB7E38A0}" srcOrd="2" destOrd="0" parTransId="{DE4F6FA8-CD26-4B5E-9E05-13DF71919BA1}" sibTransId="{71AB32EB-109B-4F8A-95EF-8CC2EC8FB97C}"/>
    <dgm:cxn modelId="{A2292FED-F741-4532-87EF-52E56B12A479}" srcId="{CC70B4A1-A7E5-4CFA-9670-38FC2B8E8EE2}" destId="{25B4CF9E-7050-47BB-915D-78D4397B5810}" srcOrd="0" destOrd="0" parTransId="{9B146F8F-E2A1-4640-9776-7AE55D2948CE}" sibTransId="{07B24E51-F61D-4E75-87F1-B4A27C9A97A0}"/>
    <dgm:cxn modelId="{F83CFA6B-0AFB-48E3-8BDF-F17FE0D312CF}" type="presParOf" srcId="{6123D098-1F29-4A5C-ACF9-281C6A7BCD77}" destId="{2786C273-1941-4C34-A4AF-63942BD332EB}" srcOrd="0" destOrd="0" presId="urn:microsoft.com/office/officeart/2018/2/layout/IconLabelDescriptionList"/>
    <dgm:cxn modelId="{F27E3EC6-7F31-4AF1-A551-FC51C470CB4F}" type="presParOf" srcId="{2786C273-1941-4C34-A4AF-63942BD332EB}" destId="{35F1B740-3138-4C57-874A-F9791CFE42D1}" srcOrd="0" destOrd="0" presId="urn:microsoft.com/office/officeart/2018/2/layout/IconLabelDescriptionList"/>
    <dgm:cxn modelId="{60DA37D1-BD55-4173-943D-2C94EFEB5230}" type="presParOf" srcId="{2786C273-1941-4C34-A4AF-63942BD332EB}" destId="{0C17EE25-C241-455A-9AB5-98719C207540}" srcOrd="1" destOrd="0" presId="urn:microsoft.com/office/officeart/2018/2/layout/IconLabelDescriptionList"/>
    <dgm:cxn modelId="{62564652-7590-4750-AAFA-DB569366A7F9}" type="presParOf" srcId="{2786C273-1941-4C34-A4AF-63942BD332EB}" destId="{E0472FCD-860A-4B9E-88FF-7F4EC0BBB4CF}" srcOrd="2" destOrd="0" presId="urn:microsoft.com/office/officeart/2018/2/layout/IconLabelDescriptionList"/>
    <dgm:cxn modelId="{177441CD-3FD2-4AB9-8957-DC3C01AF48B0}" type="presParOf" srcId="{2786C273-1941-4C34-A4AF-63942BD332EB}" destId="{0E043341-51DB-4B21-B330-19175F9648EE}" srcOrd="3" destOrd="0" presId="urn:microsoft.com/office/officeart/2018/2/layout/IconLabelDescriptionList"/>
    <dgm:cxn modelId="{08824F6B-C164-4846-ABCE-A4C920FD7E4B}" type="presParOf" srcId="{2786C273-1941-4C34-A4AF-63942BD332EB}" destId="{4A01CD6D-FC35-4D85-9BBC-33A24FF415F4}" srcOrd="4" destOrd="0" presId="urn:microsoft.com/office/officeart/2018/2/layout/IconLabelDescriptionList"/>
    <dgm:cxn modelId="{5B9D57C2-8021-4AF4-9E5E-4B3F08EA537E}" type="presParOf" srcId="{6123D098-1F29-4A5C-ACF9-281C6A7BCD77}" destId="{82408C84-2FBA-41CA-98F8-ED5C9795AA0E}" srcOrd="1" destOrd="0" presId="urn:microsoft.com/office/officeart/2018/2/layout/IconLabelDescriptionList"/>
    <dgm:cxn modelId="{7297EF38-944A-42B1-A556-03497D340362}" type="presParOf" srcId="{6123D098-1F29-4A5C-ACF9-281C6A7BCD77}" destId="{55F0E8E3-62C6-43EB-9000-3115CEF2A443}" srcOrd="2" destOrd="0" presId="urn:microsoft.com/office/officeart/2018/2/layout/IconLabelDescriptionList"/>
    <dgm:cxn modelId="{2FDEDD16-C350-4980-B4A7-1A9CA8D5C3A8}" type="presParOf" srcId="{55F0E8E3-62C6-43EB-9000-3115CEF2A443}" destId="{50B06FD4-7930-4613-B8E6-0E4EBE3BD3F5}" srcOrd="0" destOrd="0" presId="urn:microsoft.com/office/officeart/2018/2/layout/IconLabelDescriptionList"/>
    <dgm:cxn modelId="{ED467CAC-3FF9-425E-B52A-C0EB66F6968B}" type="presParOf" srcId="{55F0E8E3-62C6-43EB-9000-3115CEF2A443}" destId="{018E5585-3263-416C-86E9-38F712899690}" srcOrd="1" destOrd="0" presId="urn:microsoft.com/office/officeart/2018/2/layout/IconLabelDescriptionList"/>
    <dgm:cxn modelId="{AF3ABE70-2077-49F6-A6FF-5CD6FBF288E6}" type="presParOf" srcId="{55F0E8E3-62C6-43EB-9000-3115CEF2A443}" destId="{475FF4D5-3544-4991-821B-6880EAF8859D}" srcOrd="2" destOrd="0" presId="urn:microsoft.com/office/officeart/2018/2/layout/IconLabelDescriptionList"/>
    <dgm:cxn modelId="{120A2CA0-4E49-4CB4-AA20-943AB3A6E9D0}" type="presParOf" srcId="{55F0E8E3-62C6-43EB-9000-3115CEF2A443}" destId="{22E39E4C-61EC-4BCA-9762-FD224F6536F2}" srcOrd="3" destOrd="0" presId="urn:microsoft.com/office/officeart/2018/2/layout/IconLabelDescriptionList"/>
    <dgm:cxn modelId="{25ABE80D-1B93-4EFD-8BC0-BB5543C1B799}" type="presParOf" srcId="{55F0E8E3-62C6-43EB-9000-3115CEF2A443}" destId="{B1C069EB-9A39-4189-845D-14E48E99AF04}" srcOrd="4" destOrd="0" presId="urn:microsoft.com/office/officeart/2018/2/layout/IconLabelDescriptionList"/>
    <dgm:cxn modelId="{B28C4C07-E2D8-4F7D-BF78-60B7E321F3B9}" type="presParOf" srcId="{6123D098-1F29-4A5C-ACF9-281C6A7BCD77}" destId="{F71840EA-015A-488A-B777-6BB585165265}" srcOrd="3" destOrd="0" presId="urn:microsoft.com/office/officeart/2018/2/layout/IconLabelDescriptionList"/>
    <dgm:cxn modelId="{A4A7489C-6603-4D27-A710-7F31FBB1DA58}" type="presParOf" srcId="{6123D098-1F29-4A5C-ACF9-281C6A7BCD77}" destId="{C4A1DB77-E612-4CB6-A69A-CA9140CD29CA}" srcOrd="4" destOrd="0" presId="urn:microsoft.com/office/officeart/2018/2/layout/IconLabelDescriptionList"/>
    <dgm:cxn modelId="{FC213197-02B6-4EB8-83DB-24015D1C85F4}" type="presParOf" srcId="{C4A1DB77-E612-4CB6-A69A-CA9140CD29CA}" destId="{09DD8968-9152-45C9-AFEA-1F71BA47AB4C}" srcOrd="0" destOrd="0" presId="urn:microsoft.com/office/officeart/2018/2/layout/IconLabelDescriptionList"/>
    <dgm:cxn modelId="{111F318A-71A6-4537-A9E4-517C7CF84F59}" type="presParOf" srcId="{C4A1DB77-E612-4CB6-A69A-CA9140CD29CA}" destId="{D2DF60C4-D2AC-420B-A1F5-6386E6B252A6}" srcOrd="1" destOrd="0" presId="urn:microsoft.com/office/officeart/2018/2/layout/IconLabelDescriptionList"/>
    <dgm:cxn modelId="{CC364265-BFBC-42A1-BF7A-38BEE1276D1B}" type="presParOf" srcId="{C4A1DB77-E612-4CB6-A69A-CA9140CD29CA}" destId="{E60129E4-1543-41EF-B8FA-07CCBBD307EC}" srcOrd="2" destOrd="0" presId="urn:microsoft.com/office/officeart/2018/2/layout/IconLabelDescriptionList"/>
    <dgm:cxn modelId="{55E4B457-A4A9-4AA5-9D68-DD4ABB3D3F99}" type="presParOf" srcId="{C4A1DB77-E612-4CB6-A69A-CA9140CD29CA}" destId="{1A61C20C-400B-472D-8878-D609CEA55F5D}" srcOrd="3" destOrd="0" presId="urn:microsoft.com/office/officeart/2018/2/layout/IconLabelDescriptionList"/>
    <dgm:cxn modelId="{47C806D5-72DB-46D8-ABE8-5DCA0BCCFD75}" type="presParOf" srcId="{C4A1DB77-E612-4CB6-A69A-CA9140CD29CA}" destId="{528A87BD-5943-48E0-B0A3-674985D70C57}" srcOrd="4" destOrd="0" presId="urn:microsoft.com/office/officeart/2018/2/layout/IconLabelDescriptionList"/>
    <dgm:cxn modelId="{7D596055-FC61-4218-A289-E963076C5204}" type="presParOf" srcId="{6123D098-1F29-4A5C-ACF9-281C6A7BCD77}" destId="{AA12F616-283F-43EB-B02F-03DEB993579A}" srcOrd="5" destOrd="0" presId="urn:microsoft.com/office/officeart/2018/2/layout/IconLabelDescriptionList"/>
    <dgm:cxn modelId="{F2A1A733-D600-476F-AEA1-F0A9328757B2}" type="presParOf" srcId="{6123D098-1F29-4A5C-ACF9-281C6A7BCD77}" destId="{BB1B1120-7DC0-4855-8087-AB7586701191}" srcOrd="6" destOrd="0" presId="urn:microsoft.com/office/officeart/2018/2/layout/IconLabelDescriptionList"/>
    <dgm:cxn modelId="{66D8EEE2-4F46-4DC1-B60E-A95C2FC9496D}" type="presParOf" srcId="{BB1B1120-7DC0-4855-8087-AB7586701191}" destId="{1CF915C6-E38E-4F22-B35E-624DC6B522CE}" srcOrd="0" destOrd="0" presId="urn:microsoft.com/office/officeart/2018/2/layout/IconLabelDescriptionList"/>
    <dgm:cxn modelId="{82626193-2DF0-4F71-B360-2D4590D48B39}" type="presParOf" srcId="{BB1B1120-7DC0-4855-8087-AB7586701191}" destId="{C767D93C-D5F8-4EDD-9000-A74805E7D4FD}" srcOrd="1" destOrd="0" presId="urn:microsoft.com/office/officeart/2018/2/layout/IconLabelDescriptionList"/>
    <dgm:cxn modelId="{03DBEB61-8ED7-4AFA-B8E9-7BDB592FB1A5}" type="presParOf" srcId="{BB1B1120-7DC0-4855-8087-AB7586701191}" destId="{D45089B6-4313-4A41-8CA7-19B4843533BD}" srcOrd="2" destOrd="0" presId="urn:microsoft.com/office/officeart/2018/2/layout/IconLabelDescriptionList"/>
    <dgm:cxn modelId="{84F5BD5F-0328-4100-B8A7-1913C86F32B2}" type="presParOf" srcId="{BB1B1120-7DC0-4855-8087-AB7586701191}" destId="{45CFD86C-A8B2-4417-A2BE-045EF82C64B6}" srcOrd="3" destOrd="0" presId="urn:microsoft.com/office/officeart/2018/2/layout/IconLabelDescriptionList"/>
    <dgm:cxn modelId="{7D567706-FD1C-4E64-A73A-D1FE4D551916}" type="presParOf" srcId="{BB1B1120-7DC0-4855-8087-AB7586701191}" destId="{77A9C18F-9B4F-4D0F-B943-A5AD62BE5004}" srcOrd="4" destOrd="0" presId="urn:microsoft.com/office/officeart/2018/2/layout/IconLabelDescriptionList"/>
    <dgm:cxn modelId="{E64B5BB3-CF21-4222-B51C-8EB8CD06AD88}" type="presParOf" srcId="{6123D098-1F29-4A5C-ACF9-281C6A7BCD77}" destId="{3883474F-CB6C-4B25-AC09-8A764F583E0E}" srcOrd="7" destOrd="0" presId="urn:microsoft.com/office/officeart/2018/2/layout/IconLabelDescriptionList"/>
    <dgm:cxn modelId="{2E6639E1-83A9-44AB-AE21-F5A2C31B3C56}" type="presParOf" srcId="{6123D098-1F29-4A5C-ACF9-281C6A7BCD77}" destId="{82A1E801-DA15-4866-A42E-91BF200E867E}" srcOrd="8" destOrd="0" presId="urn:microsoft.com/office/officeart/2018/2/layout/IconLabelDescriptionList"/>
    <dgm:cxn modelId="{B1294903-69D1-48CC-A187-2C90A58A9FE4}" type="presParOf" srcId="{82A1E801-DA15-4866-A42E-91BF200E867E}" destId="{986C87C5-1331-4E7B-A935-A15D7EF22006}" srcOrd="0" destOrd="0" presId="urn:microsoft.com/office/officeart/2018/2/layout/IconLabelDescriptionList"/>
    <dgm:cxn modelId="{CAF16004-EEAE-4863-BEBA-38A408EAE5E0}" type="presParOf" srcId="{82A1E801-DA15-4866-A42E-91BF200E867E}" destId="{67A2AFE7-DEE8-4E21-AA5D-6BE8C970B8A8}" srcOrd="1" destOrd="0" presId="urn:microsoft.com/office/officeart/2018/2/layout/IconLabelDescriptionList"/>
    <dgm:cxn modelId="{455BA05E-D12F-413D-8390-9A582E26CFA1}" type="presParOf" srcId="{82A1E801-DA15-4866-A42E-91BF200E867E}" destId="{0102630A-D8C4-4DAC-80C5-1416CF8143B5}" srcOrd="2" destOrd="0" presId="urn:microsoft.com/office/officeart/2018/2/layout/IconLabelDescriptionList"/>
    <dgm:cxn modelId="{C09C12E8-44B3-41D6-B2CD-FE3688BAA204}" type="presParOf" srcId="{82A1E801-DA15-4866-A42E-91BF200E867E}" destId="{5EADEBF1-D1CF-4797-ABB1-12F76A3721BB}" srcOrd="3" destOrd="0" presId="urn:microsoft.com/office/officeart/2018/2/layout/IconLabelDescriptionList"/>
    <dgm:cxn modelId="{A2924451-EB4A-4319-A30F-474EAC7BED1F}" type="presParOf" srcId="{82A1E801-DA15-4866-A42E-91BF200E867E}" destId="{1A936604-EF20-4F5B-B74A-C899BD2ADE0D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CB7A7C-0A91-4A5C-BD58-3BC9119BA3F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8FCE7A7-5454-4281-8284-6AE150A7BD1D}">
      <dgm:prSet custT="1"/>
      <dgm:spPr/>
      <dgm:t>
        <a:bodyPr/>
        <a:lstStyle/>
        <a:p>
          <a:r>
            <a:rPr lang="en-US" sz="1800" b="0" i="0" baseline="0" dirty="0">
              <a:latin typeface="+mj-lt"/>
            </a:rPr>
            <a:t>User drop-off is driven primarily by mid-funnel friction</a:t>
          </a:r>
          <a:endParaRPr lang="en-US" sz="1800" dirty="0">
            <a:latin typeface="+mj-lt"/>
          </a:endParaRPr>
        </a:p>
      </dgm:t>
    </dgm:pt>
    <dgm:pt modelId="{1835C5D0-50AC-47B4-8992-D1BAD2262145}" type="parTrans" cxnId="{7358A213-1AF0-4E6C-A298-AD40B4DBC4B8}">
      <dgm:prSet/>
      <dgm:spPr/>
      <dgm:t>
        <a:bodyPr/>
        <a:lstStyle/>
        <a:p>
          <a:endParaRPr lang="en-US"/>
        </a:p>
      </dgm:t>
    </dgm:pt>
    <dgm:pt modelId="{3B34E916-88A4-40AE-8CE8-59FFC4803EF7}" type="sibTrans" cxnId="{7358A213-1AF0-4E6C-A298-AD40B4DBC4B8}">
      <dgm:prSet/>
      <dgm:spPr/>
      <dgm:t>
        <a:bodyPr/>
        <a:lstStyle/>
        <a:p>
          <a:endParaRPr lang="en-US"/>
        </a:p>
      </dgm:t>
    </dgm:pt>
    <dgm:pt modelId="{A974ADBD-090E-4EED-9228-A9FC7CB4BE1A}">
      <dgm:prSet custT="1"/>
      <dgm:spPr/>
      <dgm:t>
        <a:bodyPr/>
        <a:lstStyle/>
        <a:p>
          <a:r>
            <a:rPr lang="en-US" sz="1800" b="0" i="0" baseline="0" dirty="0">
              <a:latin typeface="+mj-lt"/>
            </a:rPr>
            <a:t>Traffic source quality matters more than volume</a:t>
          </a:r>
          <a:endParaRPr lang="en-US" sz="1800" dirty="0">
            <a:latin typeface="+mj-lt"/>
          </a:endParaRPr>
        </a:p>
      </dgm:t>
    </dgm:pt>
    <dgm:pt modelId="{36B28229-E3C4-4747-981C-396B128EBAF3}" type="parTrans" cxnId="{E31B40CE-E12C-4C28-B605-E0C0E8F00F2D}">
      <dgm:prSet/>
      <dgm:spPr/>
      <dgm:t>
        <a:bodyPr/>
        <a:lstStyle/>
        <a:p>
          <a:endParaRPr lang="en-US"/>
        </a:p>
      </dgm:t>
    </dgm:pt>
    <dgm:pt modelId="{50FB2519-696E-4A1A-B3E8-84CB104475C8}" type="sibTrans" cxnId="{E31B40CE-E12C-4C28-B605-E0C0E8F00F2D}">
      <dgm:prSet/>
      <dgm:spPr/>
      <dgm:t>
        <a:bodyPr/>
        <a:lstStyle/>
        <a:p>
          <a:endParaRPr lang="en-US"/>
        </a:p>
      </dgm:t>
    </dgm:pt>
    <dgm:pt modelId="{7C0BD9C1-BEF6-4CAF-9A7B-6D0A4E130019}">
      <dgm:prSet custT="1"/>
      <dgm:spPr/>
      <dgm:t>
        <a:bodyPr/>
        <a:lstStyle/>
        <a:p>
          <a:r>
            <a:rPr lang="en-US" sz="1800" b="0" i="0" baseline="0" dirty="0">
              <a:latin typeface="+mj-lt"/>
            </a:rPr>
            <a:t>Mobile and desktop users behave similarly at a high level</a:t>
          </a:r>
          <a:endParaRPr lang="en-US" sz="1800" dirty="0">
            <a:latin typeface="+mj-lt"/>
          </a:endParaRPr>
        </a:p>
      </dgm:t>
    </dgm:pt>
    <dgm:pt modelId="{2EAE1D66-C029-40F0-8325-D2BFF92C8994}" type="parTrans" cxnId="{1D6FCC94-940E-45FD-A8C0-39A6F56BFDF2}">
      <dgm:prSet/>
      <dgm:spPr/>
      <dgm:t>
        <a:bodyPr/>
        <a:lstStyle/>
        <a:p>
          <a:endParaRPr lang="en-US"/>
        </a:p>
      </dgm:t>
    </dgm:pt>
    <dgm:pt modelId="{2126CFAA-0F2B-453A-8091-21AA1DCB1516}" type="sibTrans" cxnId="{1D6FCC94-940E-45FD-A8C0-39A6F56BFDF2}">
      <dgm:prSet/>
      <dgm:spPr/>
      <dgm:t>
        <a:bodyPr/>
        <a:lstStyle/>
        <a:p>
          <a:endParaRPr lang="en-US"/>
        </a:p>
      </dgm:t>
    </dgm:pt>
    <dgm:pt modelId="{8D2B1CAC-7B27-4B0A-8E4D-154958F6016A}">
      <dgm:prSet custT="1"/>
      <dgm:spPr/>
      <dgm:t>
        <a:bodyPr/>
        <a:lstStyle/>
        <a:p>
          <a:r>
            <a:rPr lang="en-US" sz="1800" b="0" i="0" baseline="0" dirty="0">
              <a:latin typeface="+mj-lt"/>
            </a:rPr>
            <a:t>Variant B delivers the strongest balance of engagement and conversion</a:t>
          </a:r>
          <a:endParaRPr lang="en-US" sz="1800" dirty="0">
            <a:latin typeface="+mj-lt"/>
          </a:endParaRPr>
        </a:p>
      </dgm:t>
    </dgm:pt>
    <dgm:pt modelId="{56CF38AB-721A-46D7-9743-898206336FAE}" type="parTrans" cxnId="{6C914529-38A1-4E15-8B2F-5AF5FB4159EE}">
      <dgm:prSet/>
      <dgm:spPr/>
      <dgm:t>
        <a:bodyPr/>
        <a:lstStyle/>
        <a:p>
          <a:endParaRPr lang="en-US"/>
        </a:p>
      </dgm:t>
    </dgm:pt>
    <dgm:pt modelId="{ECB078D6-3A08-42A6-9E6A-7C2DF55310E2}" type="sibTrans" cxnId="{6C914529-38A1-4E15-8B2F-5AF5FB4159EE}">
      <dgm:prSet/>
      <dgm:spPr/>
      <dgm:t>
        <a:bodyPr/>
        <a:lstStyle/>
        <a:p>
          <a:endParaRPr lang="en-US"/>
        </a:p>
      </dgm:t>
    </dgm:pt>
    <dgm:pt modelId="{BA616B75-1FDC-451E-898A-71B6AD538A9B}" type="pres">
      <dgm:prSet presAssocID="{39CB7A7C-0A91-4A5C-BD58-3BC9119BA3F6}" presName="root" presStyleCnt="0">
        <dgm:presLayoutVars>
          <dgm:dir/>
          <dgm:resizeHandles val="exact"/>
        </dgm:presLayoutVars>
      </dgm:prSet>
      <dgm:spPr/>
    </dgm:pt>
    <dgm:pt modelId="{763A8430-978D-48E5-8DD0-ECE595D04200}" type="pres">
      <dgm:prSet presAssocID="{E8FCE7A7-5454-4281-8284-6AE150A7BD1D}" presName="compNode" presStyleCnt="0"/>
      <dgm:spPr/>
    </dgm:pt>
    <dgm:pt modelId="{62416F2A-87F8-4CEC-A721-8A8BC9F33C2F}" type="pres">
      <dgm:prSet presAssocID="{E8FCE7A7-5454-4281-8284-6AE150A7BD1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F9826B7C-0D6D-4C68-B041-26F234F662BB}" type="pres">
      <dgm:prSet presAssocID="{E8FCE7A7-5454-4281-8284-6AE150A7BD1D}" presName="spaceRect" presStyleCnt="0"/>
      <dgm:spPr/>
    </dgm:pt>
    <dgm:pt modelId="{F0A9CA54-1AE8-4E5A-9A1A-458579631366}" type="pres">
      <dgm:prSet presAssocID="{E8FCE7A7-5454-4281-8284-6AE150A7BD1D}" presName="textRect" presStyleLbl="revTx" presStyleIdx="0" presStyleCnt="4">
        <dgm:presLayoutVars>
          <dgm:chMax val="1"/>
          <dgm:chPref val="1"/>
        </dgm:presLayoutVars>
      </dgm:prSet>
      <dgm:spPr/>
    </dgm:pt>
    <dgm:pt modelId="{C0F2D485-0731-47ED-8DD9-8EC313E98ED1}" type="pres">
      <dgm:prSet presAssocID="{3B34E916-88A4-40AE-8CE8-59FFC4803EF7}" presName="sibTrans" presStyleCnt="0"/>
      <dgm:spPr/>
    </dgm:pt>
    <dgm:pt modelId="{161ECFD4-C4B7-4B51-8B36-15E28F792E72}" type="pres">
      <dgm:prSet presAssocID="{A974ADBD-090E-4EED-9228-A9FC7CB4BE1A}" presName="compNode" presStyleCnt="0"/>
      <dgm:spPr/>
    </dgm:pt>
    <dgm:pt modelId="{76A0F498-275C-46F5-84B9-EB7B3EE9B9C2}" type="pres">
      <dgm:prSet presAssocID="{A974ADBD-090E-4EED-9228-A9FC7CB4BE1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89D3872-F892-4132-B9B6-FE15244AA619}" type="pres">
      <dgm:prSet presAssocID="{A974ADBD-090E-4EED-9228-A9FC7CB4BE1A}" presName="spaceRect" presStyleCnt="0"/>
      <dgm:spPr/>
    </dgm:pt>
    <dgm:pt modelId="{13FB15D9-8912-462B-8D80-2CA090E66D90}" type="pres">
      <dgm:prSet presAssocID="{A974ADBD-090E-4EED-9228-A9FC7CB4BE1A}" presName="textRect" presStyleLbl="revTx" presStyleIdx="1" presStyleCnt="4">
        <dgm:presLayoutVars>
          <dgm:chMax val="1"/>
          <dgm:chPref val="1"/>
        </dgm:presLayoutVars>
      </dgm:prSet>
      <dgm:spPr/>
    </dgm:pt>
    <dgm:pt modelId="{09FC6CCA-EE90-431F-9AE4-E1E829E87C5C}" type="pres">
      <dgm:prSet presAssocID="{50FB2519-696E-4A1A-B3E8-84CB104475C8}" presName="sibTrans" presStyleCnt="0"/>
      <dgm:spPr/>
    </dgm:pt>
    <dgm:pt modelId="{DD89920A-0528-4656-BEB0-BDEB76F090FA}" type="pres">
      <dgm:prSet presAssocID="{7C0BD9C1-BEF6-4CAF-9A7B-6D0A4E130019}" presName="compNode" presStyleCnt="0"/>
      <dgm:spPr/>
    </dgm:pt>
    <dgm:pt modelId="{D462D566-EB98-4CE8-9FB4-9A6900D1527C}" type="pres">
      <dgm:prSet presAssocID="{7C0BD9C1-BEF6-4CAF-9A7B-6D0A4E13001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9A30089-7CF3-475C-8B23-549AF44BED47}" type="pres">
      <dgm:prSet presAssocID="{7C0BD9C1-BEF6-4CAF-9A7B-6D0A4E130019}" presName="spaceRect" presStyleCnt="0"/>
      <dgm:spPr/>
    </dgm:pt>
    <dgm:pt modelId="{8AA46B39-0C8A-4717-8AAC-33370DC96693}" type="pres">
      <dgm:prSet presAssocID="{7C0BD9C1-BEF6-4CAF-9A7B-6D0A4E130019}" presName="textRect" presStyleLbl="revTx" presStyleIdx="2" presStyleCnt="4">
        <dgm:presLayoutVars>
          <dgm:chMax val="1"/>
          <dgm:chPref val="1"/>
        </dgm:presLayoutVars>
      </dgm:prSet>
      <dgm:spPr/>
    </dgm:pt>
    <dgm:pt modelId="{1B34B057-BE29-404F-B0BE-04C9643965A3}" type="pres">
      <dgm:prSet presAssocID="{2126CFAA-0F2B-453A-8091-21AA1DCB1516}" presName="sibTrans" presStyleCnt="0"/>
      <dgm:spPr/>
    </dgm:pt>
    <dgm:pt modelId="{34EEE668-B2C4-455D-8E14-2920AF127F92}" type="pres">
      <dgm:prSet presAssocID="{8D2B1CAC-7B27-4B0A-8E4D-154958F6016A}" presName="compNode" presStyleCnt="0"/>
      <dgm:spPr/>
    </dgm:pt>
    <dgm:pt modelId="{BA409F80-D009-4686-B04B-8A57B0F6E0B2}" type="pres">
      <dgm:prSet presAssocID="{8D2B1CAC-7B27-4B0A-8E4D-154958F6016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AB98BB22-F2D0-4A7A-AA21-23C1AD0A95FF}" type="pres">
      <dgm:prSet presAssocID="{8D2B1CAC-7B27-4B0A-8E4D-154958F6016A}" presName="spaceRect" presStyleCnt="0"/>
      <dgm:spPr/>
    </dgm:pt>
    <dgm:pt modelId="{6C077436-89C8-477D-8EF5-26D627DEAA83}" type="pres">
      <dgm:prSet presAssocID="{8D2B1CAC-7B27-4B0A-8E4D-154958F6016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358A213-1AF0-4E6C-A298-AD40B4DBC4B8}" srcId="{39CB7A7C-0A91-4A5C-BD58-3BC9119BA3F6}" destId="{E8FCE7A7-5454-4281-8284-6AE150A7BD1D}" srcOrd="0" destOrd="0" parTransId="{1835C5D0-50AC-47B4-8992-D1BAD2262145}" sibTransId="{3B34E916-88A4-40AE-8CE8-59FFC4803EF7}"/>
    <dgm:cxn modelId="{6C914529-38A1-4E15-8B2F-5AF5FB4159EE}" srcId="{39CB7A7C-0A91-4A5C-BD58-3BC9119BA3F6}" destId="{8D2B1CAC-7B27-4B0A-8E4D-154958F6016A}" srcOrd="3" destOrd="0" parTransId="{56CF38AB-721A-46D7-9743-898206336FAE}" sibTransId="{ECB078D6-3A08-42A6-9E6A-7C2DF55310E2}"/>
    <dgm:cxn modelId="{A4B1DE2E-47D5-45EC-9248-96810F4AE755}" type="presOf" srcId="{A974ADBD-090E-4EED-9228-A9FC7CB4BE1A}" destId="{13FB15D9-8912-462B-8D80-2CA090E66D90}" srcOrd="0" destOrd="0" presId="urn:microsoft.com/office/officeart/2018/2/layout/IconLabelList"/>
    <dgm:cxn modelId="{B45A4A3A-95B1-460C-BA0E-A2575576D6F1}" type="presOf" srcId="{7C0BD9C1-BEF6-4CAF-9A7B-6D0A4E130019}" destId="{8AA46B39-0C8A-4717-8AAC-33370DC96693}" srcOrd="0" destOrd="0" presId="urn:microsoft.com/office/officeart/2018/2/layout/IconLabelList"/>
    <dgm:cxn modelId="{1D6FCC94-940E-45FD-A8C0-39A6F56BFDF2}" srcId="{39CB7A7C-0A91-4A5C-BD58-3BC9119BA3F6}" destId="{7C0BD9C1-BEF6-4CAF-9A7B-6D0A4E130019}" srcOrd="2" destOrd="0" parTransId="{2EAE1D66-C029-40F0-8325-D2BFF92C8994}" sibTransId="{2126CFAA-0F2B-453A-8091-21AA1DCB1516}"/>
    <dgm:cxn modelId="{8CD75FA1-4413-45DC-B7A3-DCED1B8670ED}" type="presOf" srcId="{8D2B1CAC-7B27-4B0A-8E4D-154958F6016A}" destId="{6C077436-89C8-477D-8EF5-26D627DEAA83}" srcOrd="0" destOrd="0" presId="urn:microsoft.com/office/officeart/2018/2/layout/IconLabelList"/>
    <dgm:cxn modelId="{53C74BB3-39AC-48F9-9410-9AA14EDDE62B}" type="presOf" srcId="{39CB7A7C-0A91-4A5C-BD58-3BC9119BA3F6}" destId="{BA616B75-1FDC-451E-898A-71B6AD538A9B}" srcOrd="0" destOrd="0" presId="urn:microsoft.com/office/officeart/2018/2/layout/IconLabelList"/>
    <dgm:cxn modelId="{E31B40CE-E12C-4C28-B605-E0C0E8F00F2D}" srcId="{39CB7A7C-0A91-4A5C-BD58-3BC9119BA3F6}" destId="{A974ADBD-090E-4EED-9228-A9FC7CB4BE1A}" srcOrd="1" destOrd="0" parTransId="{36B28229-E3C4-4747-981C-396B128EBAF3}" sibTransId="{50FB2519-696E-4A1A-B3E8-84CB104475C8}"/>
    <dgm:cxn modelId="{75BCD1F4-4BFB-416E-A58F-A3D1627D2E60}" type="presOf" srcId="{E8FCE7A7-5454-4281-8284-6AE150A7BD1D}" destId="{F0A9CA54-1AE8-4E5A-9A1A-458579631366}" srcOrd="0" destOrd="0" presId="urn:microsoft.com/office/officeart/2018/2/layout/IconLabelList"/>
    <dgm:cxn modelId="{E7F9558F-2CC5-4649-997F-554B0A30B421}" type="presParOf" srcId="{BA616B75-1FDC-451E-898A-71B6AD538A9B}" destId="{763A8430-978D-48E5-8DD0-ECE595D04200}" srcOrd="0" destOrd="0" presId="urn:microsoft.com/office/officeart/2018/2/layout/IconLabelList"/>
    <dgm:cxn modelId="{5AE480DC-D68C-4959-8ACB-0FCAACE1163F}" type="presParOf" srcId="{763A8430-978D-48E5-8DD0-ECE595D04200}" destId="{62416F2A-87F8-4CEC-A721-8A8BC9F33C2F}" srcOrd="0" destOrd="0" presId="urn:microsoft.com/office/officeart/2018/2/layout/IconLabelList"/>
    <dgm:cxn modelId="{EFA92E70-ACE2-4CE1-8880-326F429FD10D}" type="presParOf" srcId="{763A8430-978D-48E5-8DD0-ECE595D04200}" destId="{F9826B7C-0D6D-4C68-B041-26F234F662BB}" srcOrd="1" destOrd="0" presId="urn:microsoft.com/office/officeart/2018/2/layout/IconLabelList"/>
    <dgm:cxn modelId="{1772D4DE-94C8-488B-A47D-FAFA99F0F733}" type="presParOf" srcId="{763A8430-978D-48E5-8DD0-ECE595D04200}" destId="{F0A9CA54-1AE8-4E5A-9A1A-458579631366}" srcOrd="2" destOrd="0" presId="urn:microsoft.com/office/officeart/2018/2/layout/IconLabelList"/>
    <dgm:cxn modelId="{758DCA71-62D5-4363-B672-C9D480B325E7}" type="presParOf" srcId="{BA616B75-1FDC-451E-898A-71B6AD538A9B}" destId="{C0F2D485-0731-47ED-8DD9-8EC313E98ED1}" srcOrd="1" destOrd="0" presId="urn:microsoft.com/office/officeart/2018/2/layout/IconLabelList"/>
    <dgm:cxn modelId="{2D855D11-3F1D-424E-89BD-9AC7A90546D4}" type="presParOf" srcId="{BA616B75-1FDC-451E-898A-71B6AD538A9B}" destId="{161ECFD4-C4B7-4B51-8B36-15E28F792E72}" srcOrd="2" destOrd="0" presId="urn:microsoft.com/office/officeart/2018/2/layout/IconLabelList"/>
    <dgm:cxn modelId="{4286BA3A-9212-4F88-9A01-8E0C0F1E47F1}" type="presParOf" srcId="{161ECFD4-C4B7-4B51-8B36-15E28F792E72}" destId="{76A0F498-275C-46F5-84B9-EB7B3EE9B9C2}" srcOrd="0" destOrd="0" presId="urn:microsoft.com/office/officeart/2018/2/layout/IconLabelList"/>
    <dgm:cxn modelId="{68D88D1A-067F-4A85-9C72-DC57B5ADF90E}" type="presParOf" srcId="{161ECFD4-C4B7-4B51-8B36-15E28F792E72}" destId="{B89D3872-F892-4132-B9B6-FE15244AA619}" srcOrd="1" destOrd="0" presId="urn:microsoft.com/office/officeart/2018/2/layout/IconLabelList"/>
    <dgm:cxn modelId="{DD12E5F2-775E-4F09-A22C-F02BA35DE7F4}" type="presParOf" srcId="{161ECFD4-C4B7-4B51-8B36-15E28F792E72}" destId="{13FB15D9-8912-462B-8D80-2CA090E66D90}" srcOrd="2" destOrd="0" presId="urn:microsoft.com/office/officeart/2018/2/layout/IconLabelList"/>
    <dgm:cxn modelId="{0A6214CB-A1B7-489B-AB2C-D33870B64A82}" type="presParOf" srcId="{BA616B75-1FDC-451E-898A-71B6AD538A9B}" destId="{09FC6CCA-EE90-431F-9AE4-E1E829E87C5C}" srcOrd="3" destOrd="0" presId="urn:microsoft.com/office/officeart/2018/2/layout/IconLabelList"/>
    <dgm:cxn modelId="{A14EC1BC-8B75-4D50-B7BC-57BBA330FBC0}" type="presParOf" srcId="{BA616B75-1FDC-451E-898A-71B6AD538A9B}" destId="{DD89920A-0528-4656-BEB0-BDEB76F090FA}" srcOrd="4" destOrd="0" presId="urn:microsoft.com/office/officeart/2018/2/layout/IconLabelList"/>
    <dgm:cxn modelId="{4BB58E93-B2C3-4C16-89CD-D9E71B668550}" type="presParOf" srcId="{DD89920A-0528-4656-BEB0-BDEB76F090FA}" destId="{D462D566-EB98-4CE8-9FB4-9A6900D1527C}" srcOrd="0" destOrd="0" presId="urn:microsoft.com/office/officeart/2018/2/layout/IconLabelList"/>
    <dgm:cxn modelId="{D66CCA41-AB5E-4850-9961-48C296A3A671}" type="presParOf" srcId="{DD89920A-0528-4656-BEB0-BDEB76F090FA}" destId="{89A30089-7CF3-475C-8B23-549AF44BED47}" srcOrd="1" destOrd="0" presId="urn:microsoft.com/office/officeart/2018/2/layout/IconLabelList"/>
    <dgm:cxn modelId="{8F4B9CA0-01D8-4A0B-BC47-C1154F18A317}" type="presParOf" srcId="{DD89920A-0528-4656-BEB0-BDEB76F090FA}" destId="{8AA46B39-0C8A-4717-8AAC-33370DC96693}" srcOrd="2" destOrd="0" presId="urn:microsoft.com/office/officeart/2018/2/layout/IconLabelList"/>
    <dgm:cxn modelId="{1B7D4FC9-6AD6-469B-AA03-B600510EA920}" type="presParOf" srcId="{BA616B75-1FDC-451E-898A-71B6AD538A9B}" destId="{1B34B057-BE29-404F-B0BE-04C9643965A3}" srcOrd="5" destOrd="0" presId="urn:microsoft.com/office/officeart/2018/2/layout/IconLabelList"/>
    <dgm:cxn modelId="{A67278BA-06C2-4628-86BF-7FF14E083479}" type="presParOf" srcId="{BA616B75-1FDC-451E-898A-71B6AD538A9B}" destId="{34EEE668-B2C4-455D-8E14-2920AF127F92}" srcOrd="6" destOrd="0" presId="urn:microsoft.com/office/officeart/2018/2/layout/IconLabelList"/>
    <dgm:cxn modelId="{DBF48563-4BEF-4EA7-883B-44D2346D9261}" type="presParOf" srcId="{34EEE668-B2C4-455D-8E14-2920AF127F92}" destId="{BA409F80-D009-4686-B04B-8A57B0F6E0B2}" srcOrd="0" destOrd="0" presId="urn:microsoft.com/office/officeart/2018/2/layout/IconLabelList"/>
    <dgm:cxn modelId="{BE82E5DB-CC36-4054-A0FE-563C5C32C9A6}" type="presParOf" srcId="{34EEE668-B2C4-455D-8E14-2920AF127F92}" destId="{AB98BB22-F2D0-4A7A-AA21-23C1AD0A95FF}" srcOrd="1" destOrd="0" presId="urn:microsoft.com/office/officeart/2018/2/layout/IconLabelList"/>
    <dgm:cxn modelId="{0F73F4BD-34CC-45EB-BF0A-900E954241D4}" type="presParOf" srcId="{34EEE668-B2C4-455D-8E14-2920AF127F92}" destId="{6C077436-89C8-477D-8EF5-26D627DEAA8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FB49DA-CA22-4D47-A0D5-6B9DCEE8105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F0BFA52-8F61-4C55-A46A-50E71893AD5E}">
      <dgm:prSet/>
      <dgm:spPr/>
      <dgm:t>
        <a:bodyPr/>
        <a:lstStyle/>
        <a:p>
          <a:r>
            <a:rPr lang="en-US" b="0" i="0" baseline="0" dirty="0">
              <a:latin typeface="+mj-lt"/>
            </a:rPr>
            <a:t>Prioritize optimization of click-to-cart and cart-to-checkout stages</a:t>
          </a:r>
          <a:endParaRPr lang="en-US" dirty="0">
            <a:latin typeface="+mj-lt"/>
          </a:endParaRPr>
        </a:p>
      </dgm:t>
    </dgm:pt>
    <dgm:pt modelId="{69476BA2-0C2D-4081-B1F6-4B93DB5AF8EF}" type="parTrans" cxnId="{389268DC-93B5-4FA6-A202-A75D578978BA}">
      <dgm:prSet/>
      <dgm:spPr/>
      <dgm:t>
        <a:bodyPr/>
        <a:lstStyle/>
        <a:p>
          <a:endParaRPr lang="en-US"/>
        </a:p>
      </dgm:t>
    </dgm:pt>
    <dgm:pt modelId="{913CD034-1593-409B-81E7-A950911AF495}" type="sibTrans" cxnId="{389268DC-93B5-4FA6-A202-A75D578978BA}">
      <dgm:prSet/>
      <dgm:spPr/>
      <dgm:t>
        <a:bodyPr/>
        <a:lstStyle/>
        <a:p>
          <a:endParaRPr lang="en-US"/>
        </a:p>
      </dgm:t>
    </dgm:pt>
    <dgm:pt modelId="{380C6B51-5898-4ED8-9313-EFBC905C99A0}">
      <dgm:prSet/>
      <dgm:spPr/>
      <dgm:t>
        <a:bodyPr/>
        <a:lstStyle/>
        <a:p>
          <a:r>
            <a:rPr lang="en-US" b="0" i="0" baseline="0" dirty="0">
              <a:latin typeface="+mj-lt"/>
            </a:rPr>
            <a:t>Shift acquisition focus toward high-converting traffic sources</a:t>
          </a:r>
          <a:endParaRPr lang="en-US" dirty="0">
            <a:latin typeface="+mj-lt"/>
          </a:endParaRPr>
        </a:p>
      </dgm:t>
    </dgm:pt>
    <dgm:pt modelId="{2DF3141F-594E-4D13-963E-7FBDDBFECBC7}" type="parTrans" cxnId="{0A6D96F7-996D-4ED8-AB1D-FE6662C72AC6}">
      <dgm:prSet/>
      <dgm:spPr/>
      <dgm:t>
        <a:bodyPr/>
        <a:lstStyle/>
        <a:p>
          <a:endParaRPr lang="en-US"/>
        </a:p>
      </dgm:t>
    </dgm:pt>
    <dgm:pt modelId="{A19AB0E3-7BA8-41AA-8193-5D6AC45A8E09}" type="sibTrans" cxnId="{0A6D96F7-996D-4ED8-AB1D-FE6662C72AC6}">
      <dgm:prSet/>
      <dgm:spPr/>
      <dgm:t>
        <a:bodyPr/>
        <a:lstStyle/>
        <a:p>
          <a:endParaRPr lang="en-US"/>
        </a:p>
      </dgm:t>
    </dgm:pt>
    <dgm:pt modelId="{D4E73066-F66A-4F82-9F3A-3A7776ACA095}">
      <dgm:prSet/>
      <dgm:spPr/>
      <dgm:t>
        <a:bodyPr/>
        <a:lstStyle/>
        <a:p>
          <a:r>
            <a:rPr lang="en-US" b="0" i="0" baseline="0" dirty="0">
              <a:latin typeface="+mj-lt"/>
            </a:rPr>
            <a:t>Roll out Variant B for further validation</a:t>
          </a:r>
          <a:endParaRPr lang="en-US" dirty="0">
            <a:latin typeface="+mj-lt"/>
          </a:endParaRPr>
        </a:p>
      </dgm:t>
    </dgm:pt>
    <dgm:pt modelId="{73A3FAE1-54B8-487A-9C07-BD2C8C486E67}" type="parTrans" cxnId="{A06263FA-2EEA-41CD-8C29-CD3779F9A74B}">
      <dgm:prSet/>
      <dgm:spPr/>
      <dgm:t>
        <a:bodyPr/>
        <a:lstStyle/>
        <a:p>
          <a:endParaRPr lang="en-US"/>
        </a:p>
      </dgm:t>
    </dgm:pt>
    <dgm:pt modelId="{A295D0A8-AFF3-4FCC-9C76-F158896A64AA}" type="sibTrans" cxnId="{A06263FA-2EEA-41CD-8C29-CD3779F9A74B}">
      <dgm:prSet/>
      <dgm:spPr/>
      <dgm:t>
        <a:bodyPr/>
        <a:lstStyle/>
        <a:p>
          <a:endParaRPr lang="en-US"/>
        </a:p>
      </dgm:t>
    </dgm:pt>
    <dgm:pt modelId="{77222A20-E291-4A03-A1D3-E21D3647F359}">
      <dgm:prSet/>
      <dgm:spPr/>
      <dgm:t>
        <a:bodyPr/>
        <a:lstStyle/>
        <a:p>
          <a:r>
            <a:rPr lang="en-US" b="0" i="0" baseline="0" dirty="0">
              <a:latin typeface="+mj-lt"/>
            </a:rPr>
            <a:t>Run follow-up experiments targeting funnel friction points</a:t>
          </a:r>
          <a:endParaRPr lang="en-US" dirty="0">
            <a:latin typeface="+mj-lt"/>
          </a:endParaRPr>
        </a:p>
      </dgm:t>
    </dgm:pt>
    <dgm:pt modelId="{2F0B580A-340E-4FCE-A17C-B3DBF861AA0A}" type="parTrans" cxnId="{781E25F4-8E25-4A35-9BAD-F9ACCC20AF8F}">
      <dgm:prSet/>
      <dgm:spPr/>
      <dgm:t>
        <a:bodyPr/>
        <a:lstStyle/>
        <a:p>
          <a:endParaRPr lang="en-US"/>
        </a:p>
      </dgm:t>
    </dgm:pt>
    <dgm:pt modelId="{4350D531-9780-482F-BA95-99E1B7B06FE7}" type="sibTrans" cxnId="{781E25F4-8E25-4A35-9BAD-F9ACCC20AF8F}">
      <dgm:prSet/>
      <dgm:spPr/>
      <dgm:t>
        <a:bodyPr/>
        <a:lstStyle/>
        <a:p>
          <a:endParaRPr lang="en-US"/>
        </a:p>
      </dgm:t>
    </dgm:pt>
    <dgm:pt modelId="{7877E299-D1B2-4370-9B1C-271DAACA80D4}" type="pres">
      <dgm:prSet presAssocID="{8CFB49DA-CA22-4D47-A0D5-6B9DCEE8105A}" presName="Name0" presStyleCnt="0">
        <dgm:presLayoutVars>
          <dgm:dir/>
          <dgm:resizeHandles val="exact"/>
        </dgm:presLayoutVars>
      </dgm:prSet>
      <dgm:spPr/>
    </dgm:pt>
    <dgm:pt modelId="{C34BA16D-8646-4988-857E-9BABA39FEE43}" type="pres">
      <dgm:prSet presAssocID="{7F0BFA52-8F61-4C55-A46A-50E71893AD5E}" presName="node" presStyleLbl="node1" presStyleIdx="0" presStyleCnt="4">
        <dgm:presLayoutVars>
          <dgm:bulletEnabled val="1"/>
        </dgm:presLayoutVars>
      </dgm:prSet>
      <dgm:spPr/>
    </dgm:pt>
    <dgm:pt modelId="{05192A15-7C3D-48C5-B0A4-4B4E58B73099}" type="pres">
      <dgm:prSet presAssocID="{913CD034-1593-409B-81E7-A950911AF495}" presName="sibTrans" presStyleLbl="sibTrans1D1" presStyleIdx="0" presStyleCnt="3"/>
      <dgm:spPr/>
    </dgm:pt>
    <dgm:pt modelId="{2EF52554-0C86-4483-9B73-C3A5271BBFB2}" type="pres">
      <dgm:prSet presAssocID="{913CD034-1593-409B-81E7-A950911AF495}" presName="connectorText" presStyleLbl="sibTrans1D1" presStyleIdx="0" presStyleCnt="3"/>
      <dgm:spPr/>
    </dgm:pt>
    <dgm:pt modelId="{89646787-D29B-40E9-B139-2B5F2D268149}" type="pres">
      <dgm:prSet presAssocID="{380C6B51-5898-4ED8-9313-EFBC905C99A0}" presName="node" presStyleLbl="node1" presStyleIdx="1" presStyleCnt="4">
        <dgm:presLayoutVars>
          <dgm:bulletEnabled val="1"/>
        </dgm:presLayoutVars>
      </dgm:prSet>
      <dgm:spPr/>
    </dgm:pt>
    <dgm:pt modelId="{9293884B-FCC5-4F5A-84D5-585A63C79677}" type="pres">
      <dgm:prSet presAssocID="{A19AB0E3-7BA8-41AA-8193-5D6AC45A8E09}" presName="sibTrans" presStyleLbl="sibTrans1D1" presStyleIdx="1" presStyleCnt="3"/>
      <dgm:spPr/>
    </dgm:pt>
    <dgm:pt modelId="{C8F8A233-384A-4E27-98A8-3F0B4138E61A}" type="pres">
      <dgm:prSet presAssocID="{A19AB0E3-7BA8-41AA-8193-5D6AC45A8E09}" presName="connectorText" presStyleLbl="sibTrans1D1" presStyleIdx="1" presStyleCnt="3"/>
      <dgm:spPr/>
    </dgm:pt>
    <dgm:pt modelId="{6C405931-93CE-4147-B446-5895657D1CF3}" type="pres">
      <dgm:prSet presAssocID="{D4E73066-F66A-4F82-9F3A-3A7776ACA095}" presName="node" presStyleLbl="node1" presStyleIdx="2" presStyleCnt="4">
        <dgm:presLayoutVars>
          <dgm:bulletEnabled val="1"/>
        </dgm:presLayoutVars>
      </dgm:prSet>
      <dgm:spPr/>
    </dgm:pt>
    <dgm:pt modelId="{30312BFE-74AA-4F9B-89DD-956CD3D4A6F8}" type="pres">
      <dgm:prSet presAssocID="{A295D0A8-AFF3-4FCC-9C76-F158896A64AA}" presName="sibTrans" presStyleLbl="sibTrans1D1" presStyleIdx="2" presStyleCnt="3"/>
      <dgm:spPr/>
    </dgm:pt>
    <dgm:pt modelId="{58B60A5E-3DA7-4AAF-BF13-114257B7F9BB}" type="pres">
      <dgm:prSet presAssocID="{A295D0A8-AFF3-4FCC-9C76-F158896A64AA}" presName="connectorText" presStyleLbl="sibTrans1D1" presStyleIdx="2" presStyleCnt="3"/>
      <dgm:spPr/>
    </dgm:pt>
    <dgm:pt modelId="{810E9AA6-3C7F-4A75-A494-E3C378C2B3A0}" type="pres">
      <dgm:prSet presAssocID="{77222A20-E291-4A03-A1D3-E21D3647F359}" presName="node" presStyleLbl="node1" presStyleIdx="3" presStyleCnt="4">
        <dgm:presLayoutVars>
          <dgm:bulletEnabled val="1"/>
        </dgm:presLayoutVars>
      </dgm:prSet>
      <dgm:spPr/>
    </dgm:pt>
  </dgm:ptLst>
  <dgm:cxnLst>
    <dgm:cxn modelId="{0D4E7206-2C45-4212-BBE4-DBCC17900FA9}" type="presOf" srcId="{913CD034-1593-409B-81E7-A950911AF495}" destId="{2EF52554-0C86-4483-9B73-C3A5271BBFB2}" srcOrd="1" destOrd="0" presId="urn:microsoft.com/office/officeart/2016/7/layout/RepeatingBendingProcessNew"/>
    <dgm:cxn modelId="{8F0A5117-0B73-4652-ADB7-0652F353D199}" type="presOf" srcId="{380C6B51-5898-4ED8-9313-EFBC905C99A0}" destId="{89646787-D29B-40E9-B139-2B5F2D268149}" srcOrd="0" destOrd="0" presId="urn:microsoft.com/office/officeart/2016/7/layout/RepeatingBendingProcessNew"/>
    <dgm:cxn modelId="{6950501F-4B19-4E7F-941A-13C053C93E9F}" type="presOf" srcId="{D4E73066-F66A-4F82-9F3A-3A7776ACA095}" destId="{6C405931-93CE-4147-B446-5895657D1CF3}" srcOrd="0" destOrd="0" presId="urn:microsoft.com/office/officeart/2016/7/layout/RepeatingBendingProcessNew"/>
    <dgm:cxn modelId="{D5A9C428-8846-4E5A-B14F-0A0EA824DE30}" type="presOf" srcId="{7F0BFA52-8F61-4C55-A46A-50E71893AD5E}" destId="{C34BA16D-8646-4988-857E-9BABA39FEE43}" srcOrd="0" destOrd="0" presId="urn:microsoft.com/office/officeart/2016/7/layout/RepeatingBendingProcessNew"/>
    <dgm:cxn modelId="{41202E62-5C7E-4F92-8EE2-DAB78A81A081}" type="presOf" srcId="{A295D0A8-AFF3-4FCC-9C76-F158896A64AA}" destId="{58B60A5E-3DA7-4AAF-BF13-114257B7F9BB}" srcOrd="1" destOrd="0" presId="urn:microsoft.com/office/officeart/2016/7/layout/RepeatingBendingProcessNew"/>
    <dgm:cxn modelId="{9734086B-558A-4A09-8323-4314BE1D1E5E}" type="presOf" srcId="{913CD034-1593-409B-81E7-A950911AF495}" destId="{05192A15-7C3D-48C5-B0A4-4B4E58B73099}" srcOrd="0" destOrd="0" presId="urn:microsoft.com/office/officeart/2016/7/layout/RepeatingBendingProcessNew"/>
    <dgm:cxn modelId="{55DEE854-E55A-4A4B-9C0B-27262368E1FD}" type="presOf" srcId="{A19AB0E3-7BA8-41AA-8193-5D6AC45A8E09}" destId="{9293884B-FCC5-4F5A-84D5-585A63C79677}" srcOrd="0" destOrd="0" presId="urn:microsoft.com/office/officeart/2016/7/layout/RepeatingBendingProcessNew"/>
    <dgm:cxn modelId="{AA1D5C90-D2B4-4139-AAAA-759B353CDF67}" type="presOf" srcId="{77222A20-E291-4A03-A1D3-E21D3647F359}" destId="{810E9AA6-3C7F-4A75-A494-E3C378C2B3A0}" srcOrd="0" destOrd="0" presId="urn:microsoft.com/office/officeart/2016/7/layout/RepeatingBendingProcessNew"/>
    <dgm:cxn modelId="{9E0DA6C6-EB5D-4FF4-9948-F337310B9A25}" type="presOf" srcId="{A295D0A8-AFF3-4FCC-9C76-F158896A64AA}" destId="{30312BFE-74AA-4F9B-89DD-956CD3D4A6F8}" srcOrd="0" destOrd="0" presId="urn:microsoft.com/office/officeart/2016/7/layout/RepeatingBendingProcessNew"/>
    <dgm:cxn modelId="{0D60A8D2-E593-4917-ACAF-EE93E87C9EE1}" type="presOf" srcId="{A19AB0E3-7BA8-41AA-8193-5D6AC45A8E09}" destId="{C8F8A233-384A-4E27-98A8-3F0B4138E61A}" srcOrd="1" destOrd="0" presId="urn:microsoft.com/office/officeart/2016/7/layout/RepeatingBendingProcessNew"/>
    <dgm:cxn modelId="{389268DC-93B5-4FA6-A202-A75D578978BA}" srcId="{8CFB49DA-CA22-4D47-A0D5-6B9DCEE8105A}" destId="{7F0BFA52-8F61-4C55-A46A-50E71893AD5E}" srcOrd="0" destOrd="0" parTransId="{69476BA2-0C2D-4081-B1F6-4B93DB5AF8EF}" sibTransId="{913CD034-1593-409B-81E7-A950911AF495}"/>
    <dgm:cxn modelId="{B5DDEDED-8D8B-40AD-8239-A8420CF64B13}" type="presOf" srcId="{8CFB49DA-CA22-4D47-A0D5-6B9DCEE8105A}" destId="{7877E299-D1B2-4370-9B1C-271DAACA80D4}" srcOrd="0" destOrd="0" presId="urn:microsoft.com/office/officeart/2016/7/layout/RepeatingBendingProcessNew"/>
    <dgm:cxn modelId="{781E25F4-8E25-4A35-9BAD-F9ACCC20AF8F}" srcId="{8CFB49DA-CA22-4D47-A0D5-6B9DCEE8105A}" destId="{77222A20-E291-4A03-A1D3-E21D3647F359}" srcOrd="3" destOrd="0" parTransId="{2F0B580A-340E-4FCE-A17C-B3DBF861AA0A}" sibTransId="{4350D531-9780-482F-BA95-99E1B7B06FE7}"/>
    <dgm:cxn modelId="{0A6D96F7-996D-4ED8-AB1D-FE6662C72AC6}" srcId="{8CFB49DA-CA22-4D47-A0D5-6B9DCEE8105A}" destId="{380C6B51-5898-4ED8-9313-EFBC905C99A0}" srcOrd="1" destOrd="0" parTransId="{2DF3141F-594E-4D13-963E-7FBDDBFECBC7}" sibTransId="{A19AB0E3-7BA8-41AA-8193-5D6AC45A8E09}"/>
    <dgm:cxn modelId="{A06263FA-2EEA-41CD-8C29-CD3779F9A74B}" srcId="{8CFB49DA-CA22-4D47-A0D5-6B9DCEE8105A}" destId="{D4E73066-F66A-4F82-9F3A-3A7776ACA095}" srcOrd="2" destOrd="0" parTransId="{73A3FAE1-54B8-487A-9C07-BD2C8C486E67}" sibTransId="{A295D0A8-AFF3-4FCC-9C76-F158896A64AA}"/>
    <dgm:cxn modelId="{0CAD0472-E42A-4073-8E95-4A376BAC8385}" type="presParOf" srcId="{7877E299-D1B2-4370-9B1C-271DAACA80D4}" destId="{C34BA16D-8646-4988-857E-9BABA39FEE43}" srcOrd="0" destOrd="0" presId="urn:microsoft.com/office/officeart/2016/7/layout/RepeatingBendingProcessNew"/>
    <dgm:cxn modelId="{0695A884-57DC-4F82-A637-92E19E2213C2}" type="presParOf" srcId="{7877E299-D1B2-4370-9B1C-271DAACA80D4}" destId="{05192A15-7C3D-48C5-B0A4-4B4E58B73099}" srcOrd="1" destOrd="0" presId="urn:microsoft.com/office/officeart/2016/7/layout/RepeatingBendingProcessNew"/>
    <dgm:cxn modelId="{154670A2-EB2C-4ACA-AD28-1978CC36D386}" type="presParOf" srcId="{05192A15-7C3D-48C5-B0A4-4B4E58B73099}" destId="{2EF52554-0C86-4483-9B73-C3A5271BBFB2}" srcOrd="0" destOrd="0" presId="urn:microsoft.com/office/officeart/2016/7/layout/RepeatingBendingProcessNew"/>
    <dgm:cxn modelId="{1D664587-BF6D-4495-B496-1FE2CA4729D1}" type="presParOf" srcId="{7877E299-D1B2-4370-9B1C-271DAACA80D4}" destId="{89646787-D29B-40E9-B139-2B5F2D268149}" srcOrd="2" destOrd="0" presId="urn:microsoft.com/office/officeart/2016/7/layout/RepeatingBendingProcessNew"/>
    <dgm:cxn modelId="{FA7A6D14-01E0-4E8B-A6A7-D0403C4F0EED}" type="presParOf" srcId="{7877E299-D1B2-4370-9B1C-271DAACA80D4}" destId="{9293884B-FCC5-4F5A-84D5-585A63C79677}" srcOrd="3" destOrd="0" presId="urn:microsoft.com/office/officeart/2016/7/layout/RepeatingBendingProcessNew"/>
    <dgm:cxn modelId="{2F91A766-B8A5-4CC0-83CF-CE3332AC8DAE}" type="presParOf" srcId="{9293884B-FCC5-4F5A-84D5-585A63C79677}" destId="{C8F8A233-384A-4E27-98A8-3F0B4138E61A}" srcOrd="0" destOrd="0" presId="urn:microsoft.com/office/officeart/2016/7/layout/RepeatingBendingProcessNew"/>
    <dgm:cxn modelId="{C40B3487-C1C4-4278-9205-ABE7DE4AEB92}" type="presParOf" srcId="{7877E299-D1B2-4370-9B1C-271DAACA80D4}" destId="{6C405931-93CE-4147-B446-5895657D1CF3}" srcOrd="4" destOrd="0" presId="urn:microsoft.com/office/officeart/2016/7/layout/RepeatingBendingProcessNew"/>
    <dgm:cxn modelId="{EA32C8C5-1C0A-4509-9DED-3311265218B0}" type="presParOf" srcId="{7877E299-D1B2-4370-9B1C-271DAACA80D4}" destId="{30312BFE-74AA-4F9B-89DD-956CD3D4A6F8}" srcOrd="5" destOrd="0" presId="urn:microsoft.com/office/officeart/2016/7/layout/RepeatingBendingProcessNew"/>
    <dgm:cxn modelId="{9895A4BE-D829-4BBA-8C1D-53B49858E070}" type="presParOf" srcId="{30312BFE-74AA-4F9B-89DD-956CD3D4A6F8}" destId="{58B60A5E-3DA7-4AAF-BF13-114257B7F9BB}" srcOrd="0" destOrd="0" presId="urn:microsoft.com/office/officeart/2016/7/layout/RepeatingBendingProcessNew"/>
    <dgm:cxn modelId="{A8A13E73-3704-4FD8-A5B2-3B32F3C2D70E}" type="presParOf" srcId="{7877E299-D1B2-4370-9B1C-271DAACA80D4}" destId="{810E9AA6-3C7F-4A75-A494-E3C378C2B3A0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1B740-3138-4C57-874A-F9791CFE42D1}">
      <dsp:nvSpPr>
        <dsp:cNvPr id="0" name=""/>
        <dsp:cNvSpPr/>
      </dsp:nvSpPr>
      <dsp:spPr>
        <a:xfrm>
          <a:off x="3403" y="42671"/>
          <a:ext cx="617203" cy="6172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72FCD-860A-4B9E-88FF-7F4EC0BBB4CF}">
      <dsp:nvSpPr>
        <dsp:cNvPr id="0" name=""/>
        <dsp:cNvSpPr/>
      </dsp:nvSpPr>
      <dsp:spPr>
        <a:xfrm>
          <a:off x="3403" y="819006"/>
          <a:ext cx="1763437" cy="264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latin typeface="+mj-lt"/>
            </a:rPr>
            <a:t>Include</a:t>
          </a:r>
          <a:r>
            <a:rPr lang="en-US" sz="1800" kern="1200" dirty="0"/>
            <a:t>:</a:t>
          </a:r>
        </a:p>
      </dsp:txBody>
      <dsp:txXfrm>
        <a:off x="3403" y="819006"/>
        <a:ext cx="1763437" cy="264515"/>
      </dsp:txXfrm>
    </dsp:sp>
    <dsp:sp modelId="{4A01CD6D-FC35-4D85-9BBC-33A24FF415F4}">
      <dsp:nvSpPr>
        <dsp:cNvPr id="0" name=""/>
        <dsp:cNvSpPr/>
      </dsp:nvSpPr>
      <dsp:spPr>
        <a:xfrm>
          <a:off x="3403" y="1157536"/>
          <a:ext cx="1763437" cy="2585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B06FD4-7930-4613-B8E6-0E4EBE3BD3F5}">
      <dsp:nvSpPr>
        <dsp:cNvPr id="0" name=""/>
        <dsp:cNvSpPr/>
      </dsp:nvSpPr>
      <dsp:spPr>
        <a:xfrm>
          <a:off x="2075442" y="42671"/>
          <a:ext cx="617203" cy="6172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5FF4D5-3544-4991-821B-6880EAF8859D}">
      <dsp:nvSpPr>
        <dsp:cNvPr id="0" name=""/>
        <dsp:cNvSpPr/>
      </dsp:nvSpPr>
      <dsp:spPr>
        <a:xfrm>
          <a:off x="2075442" y="819006"/>
          <a:ext cx="1763437" cy="264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~100K </a:t>
          </a:r>
          <a:r>
            <a:rPr lang="en-US" sz="1800" kern="1200" dirty="0">
              <a:latin typeface="+mj-lt"/>
            </a:rPr>
            <a:t>customers</a:t>
          </a:r>
        </a:p>
      </dsp:txBody>
      <dsp:txXfrm>
        <a:off x="2075442" y="819006"/>
        <a:ext cx="1763437" cy="264515"/>
      </dsp:txXfrm>
    </dsp:sp>
    <dsp:sp modelId="{B1C069EB-9A39-4189-845D-14E48E99AF04}">
      <dsp:nvSpPr>
        <dsp:cNvPr id="0" name=""/>
        <dsp:cNvSpPr/>
      </dsp:nvSpPr>
      <dsp:spPr>
        <a:xfrm>
          <a:off x="2075442" y="1157536"/>
          <a:ext cx="1763437" cy="2585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DD8968-9152-45C9-AFEA-1F71BA47AB4C}">
      <dsp:nvSpPr>
        <dsp:cNvPr id="0" name=""/>
        <dsp:cNvSpPr/>
      </dsp:nvSpPr>
      <dsp:spPr>
        <a:xfrm>
          <a:off x="4147481" y="42671"/>
          <a:ext cx="617203" cy="6172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129E4-1543-41EF-B8FA-07CCBBD307EC}">
      <dsp:nvSpPr>
        <dsp:cNvPr id="0" name=""/>
        <dsp:cNvSpPr/>
      </dsp:nvSpPr>
      <dsp:spPr>
        <a:xfrm>
          <a:off x="4147481" y="819006"/>
          <a:ext cx="1763437" cy="264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~528K sessions</a:t>
          </a:r>
        </a:p>
      </dsp:txBody>
      <dsp:txXfrm>
        <a:off x="4147481" y="819006"/>
        <a:ext cx="1763437" cy="264515"/>
      </dsp:txXfrm>
    </dsp:sp>
    <dsp:sp modelId="{528A87BD-5943-48E0-B0A3-674985D70C57}">
      <dsp:nvSpPr>
        <dsp:cNvPr id="0" name=""/>
        <dsp:cNvSpPr/>
      </dsp:nvSpPr>
      <dsp:spPr>
        <a:xfrm>
          <a:off x="4147481" y="1157536"/>
          <a:ext cx="1763437" cy="2585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F915C6-E38E-4F22-B35E-624DC6B522CE}">
      <dsp:nvSpPr>
        <dsp:cNvPr id="0" name=""/>
        <dsp:cNvSpPr/>
      </dsp:nvSpPr>
      <dsp:spPr>
        <a:xfrm>
          <a:off x="6219520" y="42671"/>
          <a:ext cx="617203" cy="6172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089B6-4313-4A41-8CA7-19B4843533BD}">
      <dsp:nvSpPr>
        <dsp:cNvPr id="0" name=""/>
        <dsp:cNvSpPr/>
      </dsp:nvSpPr>
      <dsp:spPr>
        <a:xfrm>
          <a:off x="6219520" y="819006"/>
          <a:ext cx="1763437" cy="264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~1M events</a:t>
          </a:r>
        </a:p>
      </dsp:txBody>
      <dsp:txXfrm>
        <a:off x="6219520" y="819006"/>
        <a:ext cx="1763437" cy="264515"/>
      </dsp:txXfrm>
    </dsp:sp>
    <dsp:sp modelId="{77A9C18F-9B4F-4D0F-B943-A5AD62BE5004}">
      <dsp:nvSpPr>
        <dsp:cNvPr id="0" name=""/>
        <dsp:cNvSpPr/>
      </dsp:nvSpPr>
      <dsp:spPr>
        <a:xfrm>
          <a:off x="6219520" y="1157536"/>
          <a:ext cx="1763437" cy="2585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6C87C5-1331-4E7B-A935-A15D7EF22006}">
      <dsp:nvSpPr>
        <dsp:cNvPr id="0" name=""/>
        <dsp:cNvSpPr/>
      </dsp:nvSpPr>
      <dsp:spPr>
        <a:xfrm>
          <a:off x="8291559" y="42671"/>
          <a:ext cx="617203" cy="61720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2630A-D8C4-4DAC-80C5-1416CF8143B5}">
      <dsp:nvSpPr>
        <dsp:cNvPr id="0" name=""/>
        <dsp:cNvSpPr/>
      </dsp:nvSpPr>
      <dsp:spPr>
        <a:xfrm>
          <a:off x="8291559" y="819006"/>
          <a:ext cx="1763437" cy="2645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latin typeface="+mj-lt"/>
            </a:rPr>
            <a:t>Key data elements:</a:t>
          </a:r>
        </a:p>
      </dsp:txBody>
      <dsp:txXfrm>
        <a:off x="8291559" y="819006"/>
        <a:ext cx="1763437" cy="264515"/>
      </dsp:txXfrm>
    </dsp:sp>
    <dsp:sp modelId="{1A936604-EF20-4F5B-B74A-C899BD2ADE0D}">
      <dsp:nvSpPr>
        <dsp:cNvPr id="0" name=""/>
        <dsp:cNvSpPr/>
      </dsp:nvSpPr>
      <dsp:spPr>
        <a:xfrm>
          <a:off x="8291559" y="1157536"/>
          <a:ext cx="1763437" cy="2585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User events (view, click, add to cart, purchase)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Traffic source and device type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Page category interactions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</a:rPr>
            <a:t>Experiment group assignment</a:t>
          </a:r>
        </a:p>
      </dsp:txBody>
      <dsp:txXfrm>
        <a:off x="8291559" y="1157536"/>
        <a:ext cx="1763437" cy="25858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16F2A-87F8-4CEC-A721-8A8BC9F33C2F}">
      <dsp:nvSpPr>
        <dsp:cNvPr id="0" name=""/>
        <dsp:cNvSpPr/>
      </dsp:nvSpPr>
      <dsp:spPr>
        <a:xfrm>
          <a:off x="1080663" y="1393835"/>
          <a:ext cx="1091276" cy="10912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9CA54-1AE8-4E5A-9A1A-458579631366}">
      <dsp:nvSpPr>
        <dsp:cNvPr id="0" name=""/>
        <dsp:cNvSpPr/>
      </dsp:nvSpPr>
      <dsp:spPr>
        <a:xfrm>
          <a:off x="413772" y="2856742"/>
          <a:ext cx="2425058" cy="1011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+mj-lt"/>
            </a:rPr>
            <a:t>User drop-off is driven primarily by mid-funnel friction</a:t>
          </a:r>
          <a:endParaRPr lang="en-US" sz="1800" kern="1200" dirty="0">
            <a:latin typeface="+mj-lt"/>
          </a:endParaRPr>
        </a:p>
      </dsp:txBody>
      <dsp:txXfrm>
        <a:off x="413772" y="2856742"/>
        <a:ext cx="2425058" cy="1011533"/>
      </dsp:txXfrm>
    </dsp:sp>
    <dsp:sp modelId="{76A0F498-275C-46F5-84B9-EB7B3EE9B9C2}">
      <dsp:nvSpPr>
        <dsp:cNvPr id="0" name=""/>
        <dsp:cNvSpPr/>
      </dsp:nvSpPr>
      <dsp:spPr>
        <a:xfrm>
          <a:off x="3930107" y="1393835"/>
          <a:ext cx="1091276" cy="10912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B15D9-8912-462B-8D80-2CA090E66D90}">
      <dsp:nvSpPr>
        <dsp:cNvPr id="0" name=""/>
        <dsp:cNvSpPr/>
      </dsp:nvSpPr>
      <dsp:spPr>
        <a:xfrm>
          <a:off x="3263216" y="2856742"/>
          <a:ext cx="2425058" cy="1011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+mj-lt"/>
            </a:rPr>
            <a:t>Traffic source quality matters more than volume</a:t>
          </a:r>
          <a:endParaRPr lang="en-US" sz="1800" kern="1200" dirty="0">
            <a:latin typeface="+mj-lt"/>
          </a:endParaRPr>
        </a:p>
      </dsp:txBody>
      <dsp:txXfrm>
        <a:off x="3263216" y="2856742"/>
        <a:ext cx="2425058" cy="1011533"/>
      </dsp:txXfrm>
    </dsp:sp>
    <dsp:sp modelId="{D462D566-EB98-4CE8-9FB4-9A6900D1527C}">
      <dsp:nvSpPr>
        <dsp:cNvPr id="0" name=""/>
        <dsp:cNvSpPr/>
      </dsp:nvSpPr>
      <dsp:spPr>
        <a:xfrm>
          <a:off x="6779551" y="1393835"/>
          <a:ext cx="1091276" cy="10912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A46B39-0C8A-4717-8AAC-33370DC96693}">
      <dsp:nvSpPr>
        <dsp:cNvPr id="0" name=""/>
        <dsp:cNvSpPr/>
      </dsp:nvSpPr>
      <dsp:spPr>
        <a:xfrm>
          <a:off x="6112660" y="2856742"/>
          <a:ext cx="2425058" cy="1011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+mj-lt"/>
            </a:rPr>
            <a:t>Mobile and desktop users behave similarly at a high level</a:t>
          </a:r>
          <a:endParaRPr lang="en-US" sz="1800" kern="1200" dirty="0">
            <a:latin typeface="+mj-lt"/>
          </a:endParaRPr>
        </a:p>
      </dsp:txBody>
      <dsp:txXfrm>
        <a:off x="6112660" y="2856742"/>
        <a:ext cx="2425058" cy="1011533"/>
      </dsp:txXfrm>
    </dsp:sp>
    <dsp:sp modelId="{BA409F80-D009-4686-B04B-8A57B0F6E0B2}">
      <dsp:nvSpPr>
        <dsp:cNvPr id="0" name=""/>
        <dsp:cNvSpPr/>
      </dsp:nvSpPr>
      <dsp:spPr>
        <a:xfrm>
          <a:off x="9628994" y="1393835"/>
          <a:ext cx="1091276" cy="10912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77436-89C8-477D-8EF5-26D627DEAA83}">
      <dsp:nvSpPr>
        <dsp:cNvPr id="0" name=""/>
        <dsp:cNvSpPr/>
      </dsp:nvSpPr>
      <dsp:spPr>
        <a:xfrm>
          <a:off x="8962103" y="2856742"/>
          <a:ext cx="2425058" cy="1011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>
              <a:latin typeface="+mj-lt"/>
            </a:rPr>
            <a:t>Variant B delivers the strongest balance of engagement and conversion</a:t>
          </a:r>
          <a:endParaRPr lang="en-US" sz="1800" kern="1200" dirty="0">
            <a:latin typeface="+mj-lt"/>
          </a:endParaRPr>
        </a:p>
      </dsp:txBody>
      <dsp:txXfrm>
        <a:off x="8962103" y="2856742"/>
        <a:ext cx="2425058" cy="10115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192A15-7C3D-48C5-B0A4-4B4E58B73099}">
      <dsp:nvSpPr>
        <dsp:cNvPr id="0" name=""/>
        <dsp:cNvSpPr/>
      </dsp:nvSpPr>
      <dsp:spPr>
        <a:xfrm>
          <a:off x="3046631" y="1514729"/>
          <a:ext cx="6702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0211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64217" y="1556944"/>
        <a:ext cx="35040" cy="7008"/>
      </dsp:txXfrm>
    </dsp:sp>
    <dsp:sp modelId="{C34BA16D-8646-4988-857E-9BABA39FEE43}">
      <dsp:nvSpPr>
        <dsp:cNvPr id="0" name=""/>
        <dsp:cNvSpPr/>
      </dsp:nvSpPr>
      <dsp:spPr>
        <a:xfrm>
          <a:off x="1427" y="646347"/>
          <a:ext cx="3047004" cy="182820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06" tIns="156723" rIns="149306" bIns="15672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>
              <a:latin typeface="+mj-lt"/>
            </a:rPr>
            <a:t>Prioritize optimization of click-to-cart and cart-to-checkout stages</a:t>
          </a:r>
          <a:endParaRPr lang="en-US" sz="2500" kern="1200" dirty="0">
            <a:latin typeface="+mj-lt"/>
          </a:endParaRPr>
        </a:p>
      </dsp:txBody>
      <dsp:txXfrm>
        <a:off x="1427" y="646347"/>
        <a:ext cx="3047004" cy="1828202"/>
      </dsp:txXfrm>
    </dsp:sp>
    <dsp:sp modelId="{9293884B-FCC5-4F5A-84D5-585A63C79677}">
      <dsp:nvSpPr>
        <dsp:cNvPr id="0" name=""/>
        <dsp:cNvSpPr/>
      </dsp:nvSpPr>
      <dsp:spPr>
        <a:xfrm>
          <a:off x="1524929" y="2472750"/>
          <a:ext cx="3747815" cy="670211"/>
        </a:xfrm>
        <a:custGeom>
          <a:avLst/>
          <a:gdLst/>
          <a:ahLst/>
          <a:cxnLst/>
          <a:rect l="0" t="0" r="0" b="0"/>
          <a:pathLst>
            <a:path>
              <a:moveTo>
                <a:pt x="3747815" y="0"/>
              </a:moveTo>
              <a:lnTo>
                <a:pt x="3747815" y="352205"/>
              </a:lnTo>
              <a:lnTo>
                <a:pt x="0" y="352205"/>
              </a:lnTo>
              <a:lnTo>
                <a:pt x="0" y="670211"/>
              </a:lnTo>
            </a:path>
          </a:pathLst>
        </a:custGeom>
        <a:noFill/>
        <a:ln w="12700" cap="flat" cmpd="sng" algn="ctr">
          <a:solidFill>
            <a:schemeClr val="accent5">
              <a:hueOff val="1063560"/>
              <a:satOff val="-11946"/>
              <a:lumOff val="-254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3518" y="2804351"/>
        <a:ext cx="190638" cy="7008"/>
      </dsp:txXfrm>
    </dsp:sp>
    <dsp:sp modelId="{89646787-D29B-40E9-B139-2B5F2D268149}">
      <dsp:nvSpPr>
        <dsp:cNvPr id="0" name=""/>
        <dsp:cNvSpPr/>
      </dsp:nvSpPr>
      <dsp:spPr>
        <a:xfrm>
          <a:off x="3749243" y="646347"/>
          <a:ext cx="3047004" cy="1828202"/>
        </a:xfrm>
        <a:prstGeom prst="rect">
          <a:avLst/>
        </a:prstGeom>
        <a:solidFill>
          <a:schemeClr val="accent5">
            <a:hueOff val="709040"/>
            <a:satOff val="-7964"/>
            <a:lumOff val="-169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06" tIns="156723" rIns="149306" bIns="15672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>
              <a:latin typeface="+mj-lt"/>
            </a:rPr>
            <a:t>Shift acquisition focus toward high-converting traffic sources</a:t>
          </a:r>
          <a:endParaRPr lang="en-US" sz="2500" kern="1200" dirty="0">
            <a:latin typeface="+mj-lt"/>
          </a:endParaRPr>
        </a:p>
      </dsp:txBody>
      <dsp:txXfrm>
        <a:off x="3749243" y="646347"/>
        <a:ext cx="3047004" cy="1828202"/>
      </dsp:txXfrm>
    </dsp:sp>
    <dsp:sp modelId="{30312BFE-74AA-4F9B-89DD-956CD3D4A6F8}">
      <dsp:nvSpPr>
        <dsp:cNvPr id="0" name=""/>
        <dsp:cNvSpPr/>
      </dsp:nvSpPr>
      <dsp:spPr>
        <a:xfrm>
          <a:off x="3046631" y="4043742"/>
          <a:ext cx="6702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70211" y="45720"/>
              </a:lnTo>
            </a:path>
          </a:pathLst>
        </a:custGeom>
        <a:noFill/>
        <a:ln w="12700" cap="flat" cmpd="sng" algn="ctr">
          <a:solidFill>
            <a:schemeClr val="accent5">
              <a:hueOff val="2127120"/>
              <a:satOff val="-23891"/>
              <a:lumOff val="-509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64217" y="4085958"/>
        <a:ext cx="35040" cy="7008"/>
      </dsp:txXfrm>
    </dsp:sp>
    <dsp:sp modelId="{6C405931-93CE-4147-B446-5895657D1CF3}">
      <dsp:nvSpPr>
        <dsp:cNvPr id="0" name=""/>
        <dsp:cNvSpPr/>
      </dsp:nvSpPr>
      <dsp:spPr>
        <a:xfrm>
          <a:off x="1427" y="3175361"/>
          <a:ext cx="3047004" cy="1828202"/>
        </a:xfrm>
        <a:prstGeom prst="rect">
          <a:avLst/>
        </a:prstGeom>
        <a:solidFill>
          <a:schemeClr val="accent5">
            <a:hueOff val="1418080"/>
            <a:satOff val="-15927"/>
            <a:lumOff val="-339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06" tIns="156723" rIns="149306" bIns="15672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>
              <a:latin typeface="+mj-lt"/>
            </a:rPr>
            <a:t>Roll out Variant B for further validation</a:t>
          </a:r>
          <a:endParaRPr lang="en-US" sz="2500" kern="1200" dirty="0">
            <a:latin typeface="+mj-lt"/>
          </a:endParaRPr>
        </a:p>
      </dsp:txBody>
      <dsp:txXfrm>
        <a:off x="1427" y="3175361"/>
        <a:ext cx="3047004" cy="1828202"/>
      </dsp:txXfrm>
    </dsp:sp>
    <dsp:sp modelId="{810E9AA6-3C7F-4A75-A494-E3C378C2B3A0}">
      <dsp:nvSpPr>
        <dsp:cNvPr id="0" name=""/>
        <dsp:cNvSpPr/>
      </dsp:nvSpPr>
      <dsp:spPr>
        <a:xfrm>
          <a:off x="3749243" y="3175361"/>
          <a:ext cx="3047004" cy="1828202"/>
        </a:xfrm>
        <a:prstGeom prst="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06" tIns="156723" rIns="149306" bIns="156723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>
              <a:latin typeface="+mj-lt"/>
            </a:rPr>
            <a:t>Run follow-up experiments targeting funnel friction points</a:t>
          </a:r>
          <a:endParaRPr lang="en-US" sz="2500" kern="1200" dirty="0">
            <a:latin typeface="+mj-lt"/>
          </a:endParaRPr>
        </a:p>
      </dsp:txBody>
      <dsp:txXfrm>
        <a:off x="3749243" y="3175361"/>
        <a:ext cx="3047004" cy="1828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66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8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22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0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8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30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5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5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84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4BE4-950E-4F53-9ADF-45CF6A8F8BB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4262DBF-B011-4D71-B5A9-327FA9AC04C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578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6CC9-2203-3A8C-C53C-69AD58EE1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E-Commerce User Behavior &amp; Conversion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DCCF1-4820-DBB0-4116-D1DAC3BAFE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</a:rPr>
              <a:t>Analyzing customer journeys, conversion behavior, and A/B test outcomes to inform optimization decisions</a:t>
            </a:r>
          </a:p>
        </p:txBody>
      </p:sp>
    </p:spTree>
    <p:extLst>
      <p:ext uri="{BB962C8B-B14F-4D97-AF65-F5344CB8AC3E}">
        <p14:creationId xmlns:p14="http://schemas.microsoft.com/office/powerpoint/2010/main" val="161757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E6892-8187-1E0F-DEB7-EBEF7739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/>
              <a:t>Business Context &amp; Objective</a:t>
            </a:r>
            <a:endParaRPr lang="en-US" dirty="0"/>
          </a:p>
        </p:txBody>
      </p:sp>
      <p:pic>
        <p:nvPicPr>
          <p:cNvPr id="8" name="Graphic 7" descr="Zoom In">
            <a:extLst>
              <a:ext uri="{FF2B5EF4-FFF2-40B4-BE49-F238E27FC236}">
                <a16:creationId xmlns:a16="http://schemas.microsoft.com/office/drawing/2014/main" id="{4D07D7A5-B102-1F06-10F0-EE563E4F4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">
            <a:extLst>
              <a:ext uri="{FF2B5EF4-FFF2-40B4-BE49-F238E27FC236}">
                <a16:creationId xmlns:a16="http://schemas.microsoft.com/office/drawing/2014/main" id="{5AAAD12A-196B-6D6D-94B5-F109EF08E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11684" y="2198914"/>
            <a:ext cx="5127172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E-commerce performance depends on understanding how users navigate, engage, and convert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Traffic sources, device usage, and page behavior influence funnel outcomes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Experiments are used to test changes, but results must be evaluated holistically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Objective Statement: </a:t>
            </a:r>
            <a:r>
              <a:rPr lang="en-US" sz="1800" dirty="0">
                <a:latin typeface="+mj-lt"/>
              </a:rPr>
              <a:t>This analysis examines user behavior, conversion performance, and experiment outcomes to identify optimization opportunities across the customer journey.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777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E3E65-26E1-FC03-2E12-141A39D6F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Data Overview</a:t>
            </a:r>
            <a:endParaRPr lang="en-US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AA9D2D8-435A-B2AD-A8AA-E7903B3DDF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8538263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87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591CB-6A08-399F-1BBA-720E9DDC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sz="3700"/>
              <a:t>Customer &amp; Traffic Composition</a:t>
            </a:r>
          </a:p>
        </p:txBody>
      </p:sp>
      <p:pic>
        <p:nvPicPr>
          <p:cNvPr id="6" name="Picture 5" descr="A close-up of a chart&#10;&#10;AI-generated content may be incorrect.">
            <a:extLst>
              <a:ext uri="{FF2B5EF4-FFF2-40B4-BE49-F238E27FC236}">
                <a16:creationId xmlns:a16="http://schemas.microsoft.com/office/drawing/2014/main" id="{35222008-B82D-10E5-4A63-D0E83CF1D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75" y="1121437"/>
            <a:ext cx="7612771" cy="4282679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B7FFDF25-0671-C304-7A1F-71D4FF98A5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59485" y="2198914"/>
            <a:ext cx="3690257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Views dominate user activity, with a steep drop-off toward purchase</a:t>
            </a:r>
            <a:r>
              <a:rPr lang="en-US" altLang="en-US" sz="1800" dirty="0">
                <a:latin typeface="+mj-lt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+mj-lt"/>
              </a:rPr>
              <a:t>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rganic and paid search drive the highest customer volume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Product and listing pages receive the most engagement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+mj-lt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</a:pPr>
            <a:r>
              <a:rPr lang="en-US" sz="1800" dirty="0">
                <a:latin typeface="+mj-lt"/>
              </a:rPr>
              <a:t>Mobile and desktop usage are nearly balanced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84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405FC-1B73-625C-BA11-7B079628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dirty="0"/>
              <a:t>Funnel Performance</a:t>
            </a:r>
          </a:p>
        </p:txBody>
      </p:sp>
      <p:pic>
        <p:nvPicPr>
          <p:cNvPr id="6" name="Picture 5" descr="A blue bar graph with white text&#10;&#10;AI-generated content may be incorrect.">
            <a:extLst>
              <a:ext uri="{FF2B5EF4-FFF2-40B4-BE49-F238E27FC236}">
                <a16:creationId xmlns:a16="http://schemas.microsoft.com/office/drawing/2014/main" id="{95FD34EC-4DE6-239C-774F-A457D1948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75" y="1599491"/>
            <a:ext cx="7388525" cy="3921416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0F324020-F8C9-425E-20D4-770037469F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59485" y="2198914"/>
            <a:ext cx="3690257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Significant drop-off occurs between view and click stages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Overall funnel conversion is ~14%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Cart and checkout stages represent major friction points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8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3B90B8B-F76B-4130-8370-38033EEAC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E19F8-DD5B-CB3E-A87F-FA6FBD4D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US" dirty="0"/>
              <a:t>Conversion Drivers</a:t>
            </a:r>
          </a:p>
        </p:txBody>
      </p:sp>
      <p:pic>
        <p:nvPicPr>
          <p:cNvPr id="8" name="Picture 7" descr="A blue circle with white text&#10;&#10;AI-generated content may be incorrect.">
            <a:extLst>
              <a:ext uri="{FF2B5EF4-FFF2-40B4-BE49-F238E27FC236}">
                <a16:creationId xmlns:a16="http://schemas.microsoft.com/office/drawing/2014/main" id="{1A49013B-7923-E57C-E702-3D96378C7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79" r="2" b="2"/>
          <a:stretch>
            <a:fillRect/>
          </a:stretch>
        </p:blipFill>
        <p:spPr>
          <a:xfrm>
            <a:off x="319481" y="523684"/>
            <a:ext cx="4334816" cy="25335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D93264-3FF9-4175-A7FA-F927F0F7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graph of blue bars&#10;&#10;AI-generated content may be incorrect.">
            <a:extLst>
              <a:ext uri="{FF2B5EF4-FFF2-40B4-BE49-F238E27FC236}">
                <a16:creationId xmlns:a16="http://schemas.microsoft.com/office/drawing/2014/main" id="{11EC2827-2929-922A-67F8-14DE28A29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28" b="4"/>
          <a:stretch>
            <a:fillRect/>
          </a:stretch>
        </p:blipFill>
        <p:spPr>
          <a:xfrm>
            <a:off x="319481" y="3256686"/>
            <a:ext cx="4649334" cy="307763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4126EA9-123C-C3C2-2725-656EEB6070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4679" y="2198914"/>
            <a:ext cx="6405063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Email and paid search show the highest conversion rates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Organic and direct traffic convert at much lower rates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New and returning users are nearly evenly split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C67939-3FD0-4B45-8AA4-9FE55C7EE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81A96A-A87C-4F87-845A-3B0A6529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9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1334-B9CC-2124-6FF7-0ACE78DC7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A/B Testing and Experiment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07481-F836-AB7E-1089-CE3852806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An A/B test was conducted to evaluate changes in user engagement and conversion behavior.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82CD5-7C2A-10BD-3EAD-36B6F6A32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294625"/>
            <a:ext cx="12042474" cy="145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29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53B8E-9D10-F46D-7884-87B28872F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sz="3400"/>
              <a:t>Conversion Performance by Variant</a:t>
            </a:r>
          </a:p>
        </p:txBody>
      </p:sp>
      <p:pic>
        <p:nvPicPr>
          <p:cNvPr id="8" name="Picture 7" descr="A graph of blue squares&#10;&#10;AI-generated content may be incorrect.">
            <a:extLst>
              <a:ext uri="{FF2B5EF4-FFF2-40B4-BE49-F238E27FC236}">
                <a16:creationId xmlns:a16="http://schemas.microsoft.com/office/drawing/2014/main" id="{B3E75663-B295-97E2-BC4E-978A9E2F2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27" y="1397479"/>
            <a:ext cx="7077974" cy="3920488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52B5D64F-8DBA-92CE-1D0D-B5A0EDDFFA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59485" y="2198914"/>
            <a:ext cx="3690257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Variant B shows the highest conversion rate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Control outperforms Variant 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Differences suggest measurable impact from experiment changes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669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3B90B8B-F76B-4130-8370-38033EEAC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E3621-3577-8277-C6FD-0B5E63FD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679" y="634946"/>
            <a:ext cx="6405063" cy="1450757"/>
          </a:xfrm>
        </p:spPr>
        <p:txBody>
          <a:bodyPr>
            <a:normAutofit/>
          </a:bodyPr>
          <a:lstStyle/>
          <a:p>
            <a:r>
              <a:rPr lang="en-US"/>
              <a:t>Engagement vs Conversion</a:t>
            </a:r>
          </a:p>
        </p:txBody>
      </p:sp>
      <p:pic>
        <p:nvPicPr>
          <p:cNvPr id="8" name="Picture 7" descr="A graph with blue rectangular bars&#10;&#10;AI-generated content may be incorrect.">
            <a:extLst>
              <a:ext uri="{FF2B5EF4-FFF2-40B4-BE49-F238E27FC236}">
                <a16:creationId xmlns:a16="http://schemas.microsoft.com/office/drawing/2014/main" id="{263467DF-6D88-A041-639D-04FC2040C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5" r="3" b="12201"/>
          <a:stretch>
            <a:fillRect/>
          </a:stretch>
        </p:blipFill>
        <p:spPr>
          <a:xfrm>
            <a:off x="633999" y="581098"/>
            <a:ext cx="4020297" cy="2476136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2D93264-3FF9-4175-A7FA-F927F0F77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81247" y="2086188"/>
            <a:ext cx="5852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orange pie chart&#10;&#10;AI-generated content may be incorrect.">
            <a:extLst>
              <a:ext uri="{FF2B5EF4-FFF2-40B4-BE49-F238E27FC236}">
                <a16:creationId xmlns:a16="http://schemas.microsoft.com/office/drawing/2014/main" id="{31828052-C33F-73AE-F03C-698F2D761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" r="20919" b="-2"/>
          <a:stretch>
            <a:fillRect/>
          </a:stretch>
        </p:blipFill>
        <p:spPr>
          <a:xfrm>
            <a:off x="633999" y="3218101"/>
            <a:ext cx="4020296" cy="2476136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7D3789F-B13B-A0DD-5154-78000B986C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4679" y="2198914"/>
            <a:ext cx="6405063" cy="36701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Higher engagement does not always translate directly to higher conversion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Variant B balances engagement and conversion most effectively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Traffic distribution across variants is relatively even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C67939-3FD0-4B45-8AA4-9FE55C7EE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81A96A-A87C-4F87-845A-3B0A6529F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82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1D0E-5A65-5CC7-C63C-071AE8D8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/>
              <a:t>Key Insights Summary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B1CEA8E-8A99-201A-1231-F791A0EE35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821333"/>
              </p:ext>
            </p:extLst>
          </p:nvPr>
        </p:nvGraphicFramePr>
        <p:xfrm>
          <a:off x="120770" y="1017918"/>
          <a:ext cx="11800935" cy="5262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8162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CF4F0-9162-9008-D95C-80EA80AF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Recommendations and Next Steps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A228C11-A77A-B5EB-5B88-89FF62336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9829277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657155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</TotalTime>
  <Words>367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Retrospect</vt:lpstr>
      <vt:lpstr>E-Commerce User Behavior &amp; Conversion Analysis</vt:lpstr>
      <vt:lpstr>Business Context &amp; Objective</vt:lpstr>
      <vt:lpstr>Data Overview</vt:lpstr>
      <vt:lpstr>Customer &amp; Traffic Composition</vt:lpstr>
      <vt:lpstr>Funnel Performance</vt:lpstr>
      <vt:lpstr>Conversion Drivers</vt:lpstr>
      <vt:lpstr>A/B Testing and Experiment Overview</vt:lpstr>
      <vt:lpstr>Conversion Performance by Variant</vt:lpstr>
      <vt:lpstr>Engagement vs Conversion</vt:lpstr>
      <vt:lpstr>Key Insights Summary</vt:lpstr>
      <vt:lpstr>Recommendations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REESE, KEY</dc:creator>
  <cp:lastModifiedBy>REESE, KEY</cp:lastModifiedBy>
  <cp:revision>11</cp:revision>
  <dcterms:created xsi:type="dcterms:W3CDTF">2025-12-17T23:23:58Z</dcterms:created>
  <dcterms:modified xsi:type="dcterms:W3CDTF">2025-12-18T00:17:57Z</dcterms:modified>
</cp:coreProperties>
</file>